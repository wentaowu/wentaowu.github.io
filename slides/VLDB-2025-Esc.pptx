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317" r:id="rId2"/>
    <p:sldId id="325" r:id="rId3"/>
    <p:sldId id="319" r:id="rId4"/>
    <p:sldId id="320" r:id="rId5"/>
    <p:sldId id="327" r:id="rId6"/>
    <p:sldId id="328" r:id="rId7"/>
    <p:sldId id="329" r:id="rId8"/>
    <p:sldId id="330" r:id="rId9"/>
    <p:sldId id="331" r:id="rId10"/>
    <p:sldId id="334" r:id="rId11"/>
    <p:sldId id="332" r:id="rId12"/>
    <p:sldId id="324" r:id="rId13"/>
    <p:sldId id="333" r:id="rId14"/>
    <p:sldId id="335" r:id="rId15"/>
    <p:sldId id="336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2B9EFF-3372-4E60-92B5-EF4B3FBAC6D7}" v="684" dt="2025-09-04T09:19:33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862" autoAdjust="0"/>
  </p:normalViewPr>
  <p:slideViewPr>
    <p:cSldViewPr snapToGrid="0">
      <p:cViewPr varScale="1">
        <p:scale>
          <a:sx n="64" d="100"/>
          <a:sy n="64" d="100"/>
        </p:scale>
        <p:origin x="1696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tao Wu" userId="f6d934c6-15b7-4b44-a59d-4f36b533e669" providerId="ADAL" clId="{7362DAEE-FD64-429D-A00F-1491A3FF7668}"/>
    <pc:docChg chg="undo custSel addSld delSld modSld">
      <pc:chgData name="Wentao Wu" userId="f6d934c6-15b7-4b44-a59d-4f36b533e669" providerId="ADAL" clId="{7362DAEE-FD64-429D-A00F-1491A3FF7668}" dt="2022-05-19T07:17:25.805" v="23360" actId="20577"/>
      <pc:docMkLst>
        <pc:docMk/>
      </pc:docMkLst>
      <pc:sldChg chg="addSp delSp modSp new mod setBg modNotesTx">
        <pc:chgData name="Wentao Wu" userId="f6d934c6-15b7-4b44-a59d-4f36b533e669" providerId="ADAL" clId="{7362DAEE-FD64-429D-A00F-1491A3FF7668}" dt="2022-05-17T01:55:26.153" v="8224" actId="5793"/>
        <pc:sldMkLst>
          <pc:docMk/>
          <pc:sldMk cId="1798602698" sldId="256"/>
        </pc:sldMkLst>
      </pc:sldChg>
      <pc:sldChg chg="addSp delSp modSp new mod setBg modNotesTx">
        <pc:chgData name="Wentao Wu" userId="f6d934c6-15b7-4b44-a59d-4f36b533e669" providerId="ADAL" clId="{7362DAEE-FD64-429D-A00F-1491A3FF7668}" dt="2022-05-17T02:15:33.775" v="9797" actId="20577"/>
        <pc:sldMkLst>
          <pc:docMk/>
          <pc:sldMk cId="3593852500" sldId="257"/>
        </pc:sldMkLst>
      </pc:sldChg>
      <pc:sldChg chg="addSp modSp new mod setBg modNotesTx">
        <pc:chgData name="Wentao Wu" userId="f6d934c6-15b7-4b44-a59d-4f36b533e669" providerId="ADAL" clId="{7362DAEE-FD64-429D-A00F-1491A3FF7668}" dt="2022-05-17T19:23:51.183" v="10707" actId="6549"/>
        <pc:sldMkLst>
          <pc:docMk/>
          <pc:sldMk cId="1346895302" sldId="258"/>
        </pc:sldMkLst>
      </pc:sldChg>
      <pc:sldChg chg="addSp modSp new mod setBg">
        <pc:chgData name="Wentao Wu" userId="f6d934c6-15b7-4b44-a59d-4f36b533e669" providerId="ADAL" clId="{7362DAEE-FD64-429D-A00F-1491A3FF7668}" dt="2022-04-29T01:54:38.780" v="8047" actId="20577"/>
        <pc:sldMkLst>
          <pc:docMk/>
          <pc:sldMk cId="790038625" sldId="259"/>
        </pc:sldMkLst>
      </pc:sldChg>
      <pc:sldChg chg="addSp modSp new mod setBg modNotesTx">
        <pc:chgData name="Wentao Wu" userId="f6d934c6-15b7-4b44-a59d-4f36b533e669" providerId="ADAL" clId="{7362DAEE-FD64-429D-A00F-1491A3FF7668}" dt="2022-05-17T22:56:48.405" v="17220" actId="20577"/>
        <pc:sldMkLst>
          <pc:docMk/>
          <pc:sldMk cId="1777523650" sldId="260"/>
        </pc:sldMkLst>
      </pc:sldChg>
      <pc:sldChg chg="addSp modSp new mod setBg setClrOvrMap modNotesTx">
        <pc:chgData name="Wentao Wu" userId="f6d934c6-15b7-4b44-a59d-4f36b533e669" providerId="ADAL" clId="{7362DAEE-FD64-429D-A00F-1491A3FF7668}" dt="2022-05-17T23:22:29.283" v="19322" actId="20577"/>
        <pc:sldMkLst>
          <pc:docMk/>
          <pc:sldMk cId="3997049041" sldId="261"/>
        </pc:sldMkLst>
      </pc:sldChg>
      <pc:sldChg chg="addSp delSp modSp new mod setBg modNotesTx">
        <pc:chgData name="Wentao Wu" userId="f6d934c6-15b7-4b44-a59d-4f36b533e669" providerId="ADAL" clId="{7362DAEE-FD64-429D-A00F-1491A3FF7668}" dt="2022-05-17T23:36:14.791" v="20058" actId="20577"/>
        <pc:sldMkLst>
          <pc:docMk/>
          <pc:sldMk cId="491512620" sldId="262"/>
        </pc:sldMkLst>
      </pc:sldChg>
      <pc:sldChg chg="addSp delSp modSp new mod setBg modNotesTx">
        <pc:chgData name="Wentao Wu" userId="f6d934c6-15b7-4b44-a59d-4f36b533e669" providerId="ADAL" clId="{7362DAEE-FD64-429D-A00F-1491A3FF7668}" dt="2022-05-18T20:29:43.583" v="21199" actId="20577"/>
        <pc:sldMkLst>
          <pc:docMk/>
          <pc:sldMk cId="2772251484" sldId="263"/>
        </pc:sldMkLst>
      </pc:sldChg>
      <pc:sldChg chg="addSp delSp modSp new mod setBg modNotesTx">
        <pc:chgData name="Wentao Wu" userId="f6d934c6-15b7-4b44-a59d-4f36b533e669" providerId="ADAL" clId="{7362DAEE-FD64-429D-A00F-1491A3FF7668}" dt="2022-05-19T07:17:25.805" v="23360" actId="20577"/>
        <pc:sldMkLst>
          <pc:docMk/>
          <pc:sldMk cId="785910340" sldId="264"/>
        </pc:sldMkLst>
      </pc:sldChg>
      <pc:sldChg chg="addSp delSp add del setBg delDesignElem">
        <pc:chgData name="Wentao Wu" userId="f6d934c6-15b7-4b44-a59d-4f36b533e669" providerId="ADAL" clId="{7362DAEE-FD64-429D-A00F-1491A3FF7668}" dt="2022-05-17T23:24:34.071" v="19434"/>
        <pc:sldMkLst>
          <pc:docMk/>
          <pc:sldMk cId="2156813144" sldId="265"/>
        </pc:sldMkLst>
      </pc:sldChg>
      <pc:sldChg chg="addSp delSp modSp new add del mod setBg">
        <pc:chgData name="Wentao Wu" userId="f6d934c6-15b7-4b44-a59d-4f36b533e669" providerId="ADAL" clId="{7362DAEE-FD64-429D-A00F-1491A3FF7668}" dt="2022-05-17T23:24:37.539" v="19435" actId="2696"/>
        <pc:sldMkLst>
          <pc:docMk/>
          <pc:sldMk cId="2863790069" sldId="265"/>
        </pc:sldMkLst>
      </pc:sldChg>
      <pc:sldChg chg="addSp delSp add del setBg delDesignElem">
        <pc:chgData name="Wentao Wu" userId="f6d934c6-15b7-4b44-a59d-4f36b533e669" providerId="ADAL" clId="{7362DAEE-FD64-429D-A00F-1491A3FF7668}" dt="2022-05-17T23:24:34.071" v="19434"/>
        <pc:sldMkLst>
          <pc:docMk/>
          <pc:sldMk cId="970815281" sldId="266"/>
        </pc:sldMkLst>
      </pc:sldChg>
      <pc:sldChg chg="addSp delSp modSp new add del mod setBg">
        <pc:chgData name="Wentao Wu" userId="f6d934c6-15b7-4b44-a59d-4f36b533e669" providerId="ADAL" clId="{7362DAEE-FD64-429D-A00F-1491A3FF7668}" dt="2022-05-17T23:24:37.539" v="19435" actId="2696"/>
        <pc:sldMkLst>
          <pc:docMk/>
          <pc:sldMk cId="1547864001" sldId="266"/>
        </pc:sldMkLst>
      </pc:sldChg>
      <pc:sldChg chg="modSp new del mod">
        <pc:chgData name="Wentao Wu" userId="f6d934c6-15b7-4b44-a59d-4f36b533e669" providerId="ADAL" clId="{7362DAEE-FD64-429D-A00F-1491A3FF7668}" dt="2022-04-26T06:11:25.154" v="4215" actId="47"/>
        <pc:sldMkLst>
          <pc:docMk/>
          <pc:sldMk cId="2587869791" sldId="267"/>
        </pc:sldMkLst>
      </pc:sldChg>
      <pc:sldChg chg="addSp delSp modSp new mod setBg">
        <pc:chgData name="Wentao Wu" userId="f6d934c6-15b7-4b44-a59d-4f36b533e669" providerId="ADAL" clId="{7362DAEE-FD64-429D-A00F-1491A3FF7668}" dt="2022-04-26T21:51:24.663" v="6013" actId="20577"/>
        <pc:sldMkLst>
          <pc:docMk/>
          <pc:sldMk cId="2741544658" sldId="268"/>
        </pc:sldMkLst>
      </pc:sldChg>
      <pc:sldChg chg="addSp delSp modSp new mod setBg">
        <pc:chgData name="Wentao Wu" userId="f6d934c6-15b7-4b44-a59d-4f36b533e669" providerId="ADAL" clId="{7362DAEE-FD64-429D-A00F-1491A3FF7668}" dt="2022-04-29T01:50:42.285" v="7924" actId="1076"/>
        <pc:sldMkLst>
          <pc:docMk/>
          <pc:sldMk cId="2601212763" sldId="269"/>
        </pc:sldMkLst>
      </pc:sldChg>
      <pc:sldChg chg="addSp delSp modSp new mod setBg">
        <pc:chgData name="Wentao Wu" userId="f6d934c6-15b7-4b44-a59d-4f36b533e669" providerId="ADAL" clId="{7362DAEE-FD64-429D-A00F-1491A3FF7668}" dt="2022-04-29T01:53:13.017" v="7993" actId="1076"/>
        <pc:sldMkLst>
          <pc:docMk/>
          <pc:sldMk cId="3841433401" sldId="270"/>
        </pc:sldMkLst>
      </pc:sldChg>
      <pc:sldChg chg="addSp delSp modSp new mod setBg">
        <pc:chgData name="Wentao Wu" userId="f6d934c6-15b7-4b44-a59d-4f36b533e669" providerId="ADAL" clId="{7362DAEE-FD64-429D-A00F-1491A3FF7668}" dt="2022-04-29T01:51:18.522" v="7959" actId="1076"/>
        <pc:sldMkLst>
          <pc:docMk/>
          <pc:sldMk cId="2250721891" sldId="271"/>
        </pc:sldMkLst>
      </pc:sldChg>
      <pc:sldChg chg="addSp delSp modSp new mod setBg">
        <pc:chgData name="Wentao Wu" userId="f6d934c6-15b7-4b44-a59d-4f36b533e669" providerId="ADAL" clId="{7362DAEE-FD64-429D-A00F-1491A3FF7668}" dt="2022-04-29T01:53:49.560" v="8002" actId="1076"/>
        <pc:sldMkLst>
          <pc:docMk/>
          <pc:sldMk cId="694691101" sldId="272"/>
        </pc:sldMkLst>
      </pc:sldChg>
      <pc:sldChg chg="addSp delSp modSp new del mod">
        <pc:chgData name="Wentao Wu" userId="f6d934c6-15b7-4b44-a59d-4f36b533e669" providerId="ADAL" clId="{7362DAEE-FD64-429D-A00F-1491A3FF7668}" dt="2022-04-26T23:51:51.821" v="6111" actId="47"/>
        <pc:sldMkLst>
          <pc:docMk/>
          <pc:sldMk cId="2472879142" sldId="273"/>
        </pc:sldMkLst>
      </pc:sldChg>
      <pc:sldChg chg="addSp delSp modSp new add del mod setBg">
        <pc:chgData name="Wentao Wu" userId="f6d934c6-15b7-4b44-a59d-4f36b533e669" providerId="ADAL" clId="{7362DAEE-FD64-429D-A00F-1491A3FF7668}" dt="2022-05-17T23:24:37.539" v="19435" actId="2696"/>
        <pc:sldMkLst>
          <pc:docMk/>
          <pc:sldMk cId="1374068439" sldId="274"/>
        </pc:sldMkLst>
      </pc:sldChg>
      <pc:sldChg chg="addSp delSp add del setBg delDesignElem">
        <pc:chgData name="Wentao Wu" userId="f6d934c6-15b7-4b44-a59d-4f36b533e669" providerId="ADAL" clId="{7362DAEE-FD64-429D-A00F-1491A3FF7668}" dt="2022-05-17T23:24:34.071" v="19434"/>
        <pc:sldMkLst>
          <pc:docMk/>
          <pc:sldMk cId="3605102177" sldId="274"/>
        </pc:sldMkLst>
      </pc:sldChg>
      <pc:sldChg chg="addSp delSp modSp add del mod setBg">
        <pc:chgData name="Wentao Wu" userId="f6d934c6-15b7-4b44-a59d-4f36b533e669" providerId="ADAL" clId="{7362DAEE-FD64-429D-A00F-1491A3FF7668}" dt="2022-05-17T23:24:37.539" v="19435" actId="2696"/>
        <pc:sldMkLst>
          <pc:docMk/>
          <pc:sldMk cId="1627915670" sldId="275"/>
        </pc:sldMkLst>
      </pc:sldChg>
      <pc:sldChg chg="addSp delSp add del setBg delDesignElem">
        <pc:chgData name="Wentao Wu" userId="f6d934c6-15b7-4b44-a59d-4f36b533e669" providerId="ADAL" clId="{7362DAEE-FD64-429D-A00F-1491A3FF7668}" dt="2022-05-17T23:24:34.071" v="19434"/>
        <pc:sldMkLst>
          <pc:docMk/>
          <pc:sldMk cId="4063689140" sldId="275"/>
        </pc:sldMkLst>
      </pc:sldChg>
      <pc:sldChg chg="addSp delSp modSp new mod setBg">
        <pc:chgData name="Wentao Wu" userId="f6d934c6-15b7-4b44-a59d-4f36b533e669" providerId="ADAL" clId="{7362DAEE-FD64-429D-A00F-1491A3FF7668}" dt="2022-04-29T01:49:51.897" v="7892" actId="20577"/>
        <pc:sldMkLst>
          <pc:docMk/>
          <pc:sldMk cId="2509270835" sldId="276"/>
        </pc:sldMkLst>
      </pc:sldChg>
      <pc:sldChg chg="addSp delSp modSp new mod setBg">
        <pc:chgData name="Wentao Wu" userId="f6d934c6-15b7-4b44-a59d-4f36b533e669" providerId="ADAL" clId="{7362DAEE-FD64-429D-A00F-1491A3FF7668}" dt="2022-04-27T00:02:15.476" v="6479" actId="26606"/>
        <pc:sldMkLst>
          <pc:docMk/>
          <pc:sldMk cId="4286875759" sldId="277"/>
        </pc:sldMkLst>
      </pc:sldChg>
      <pc:sldChg chg="addSp delSp modSp new mod setBg modNotesTx">
        <pc:chgData name="Wentao Wu" userId="f6d934c6-15b7-4b44-a59d-4f36b533e669" providerId="ADAL" clId="{7362DAEE-FD64-429D-A00F-1491A3FF7668}" dt="2022-05-17T21:57:53.840" v="14431" actId="20577"/>
        <pc:sldMkLst>
          <pc:docMk/>
          <pc:sldMk cId="921269178" sldId="278"/>
        </pc:sldMkLst>
      </pc:sldChg>
      <pc:sldChg chg="addSp delSp modSp new mod setBg modNotesTx">
        <pc:chgData name="Wentao Wu" userId="f6d934c6-15b7-4b44-a59d-4f36b533e669" providerId="ADAL" clId="{7362DAEE-FD64-429D-A00F-1491A3FF7668}" dt="2022-05-17T22:19:06.853" v="15268" actId="20577"/>
        <pc:sldMkLst>
          <pc:docMk/>
          <pc:sldMk cId="2050946181" sldId="279"/>
        </pc:sldMkLst>
      </pc:sldChg>
      <pc:sldChg chg="delSp modSp new del mod">
        <pc:chgData name="Wentao Wu" userId="f6d934c6-15b7-4b44-a59d-4f36b533e669" providerId="ADAL" clId="{7362DAEE-FD64-429D-A00F-1491A3FF7668}" dt="2022-05-17T23:24:40.575" v="19436" actId="47"/>
        <pc:sldMkLst>
          <pc:docMk/>
          <pc:sldMk cId="2087423009" sldId="280"/>
        </pc:sldMkLst>
      </pc:sldChg>
    </pc:docChg>
  </pc:docChgLst>
  <pc:docChgLst>
    <pc:chgData name="Wentao Wu" userId="f6d934c6-15b7-4b44-a59d-4f36b533e669" providerId="ADAL" clId="{407B0E67-F67A-482B-BD22-EA869EB2B461}"/>
    <pc:docChg chg="undo redo custSel addSld delSld modSld sldOrd">
      <pc:chgData name="Wentao Wu" userId="f6d934c6-15b7-4b44-a59d-4f36b533e669" providerId="ADAL" clId="{407B0E67-F67A-482B-BD22-EA869EB2B461}" dt="2024-06-08T04:43:48.773" v="6877" actId="207"/>
      <pc:docMkLst>
        <pc:docMk/>
      </pc:docMkLst>
      <pc:sldChg chg="modSp mod modTransition">
        <pc:chgData name="Wentao Wu" userId="f6d934c6-15b7-4b44-a59d-4f36b533e669" providerId="ADAL" clId="{407B0E67-F67A-482B-BD22-EA869EB2B461}" dt="2024-06-08T04:11:57.938" v="6346" actId="14100"/>
        <pc:sldMkLst>
          <pc:docMk/>
          <pc:sldMk cId="1798602698" sldId="256"/>
        </pc:sldMkLst>
      </pc:sldChg>
      <pc:sldChg chg="addSp delSp modSp del mod">
        <pc:chgData name="Wentao Wu" userId="f6d934c6-15b7-4b44-a59d-4f36b533e669" providerId="ADAL" clId="{407B0E67-F67A-482B-BD22-EA869EB2B461}" dt="2024-06-01T23:32:42.564" v="3534" actId="47"/>
        <pc:sldMkLst>
          <pc:docMk/>
          <pc:sldMk cId="3593852500" sldId="257"/>
        </pc:sldMkLst>
      </pc:sldChg>
      <pc:sldChg chg="modSp mod modTransition modAnim">
        <pc:chgData name="Wentao Wu" userId="f6d934c6-15b7-4b44-a59d-4f36b533e669" providerId="ADAL" clId="{407B0E67-F67A-482B-BD22-EA869EB2B461}" dt="2024-06-06T05:10:49.745" v="6263"/>
        <pc:sldMkLst>
          <pc:docMk/>
          <pc:sldMk cId="1346895302" sldId="258"/>
        </pc:sldMkLst>
      </pc:sldChg>
      <pc:sldChg chg="delSp add del setBg delDesignElem">
        <pc:chgData name="Wentao Wu" userId="f6d934c6-15b7-4b44-a59d-4f36b533e669" providerId="ADAL" clId="{407B0E67-F67A-482B-BD22-EA869EB2B461}" dt="2024-06-01T19:49:58.130" v="2805" actId="47"/>
        <pc:sldMkLst>
          <pc:docMk/>
          <pc:sldMk cId="785910340" sldId="264"/>
        </pc:sldMkLst>
      </pc:sldChg>
      <pc:sldChg chg="addSp delSp modSp mod modAnim">
        <pc:chgData name="Wentao Wu" userId="f6d934c6-15b7-4b44-a59d-4f36b533e669" providerId="ADAL" clId="{407B0E67-F67A-482B-BD22-EA869EB2B461}" dt="2024-06-08T04:43:48.773" v="6877" actId="207"/>
        <pc:sldMkLst>
          <pc:docMk/>
          <pc:sldMk cId="2863790069" sldId="265"/>
        </pc:sldMkLst>
      </pc:sldChg>
      <pc:sldChg chg="delSp add del setBg delDesignElem">
        <pc:chgData name="Wentao Wu" userId="f6d934c6-15b7-4b44-a59d-4f36b533e669" providerId="ADAL" clId="{407B0E67-F67A-482B-BD22-EA869EB2B461}" dt="2024-06-01T19:49:46.683" v="2803" actId="47"/>
        <pc:sldMkLst>
          <pc:docMk/>
          <pc:sldMk cId="2050946181" sldId="279"/>
        </pc:sldMkLst>
      </pc:sldChg>
      <pc:sldChg chg="add del mod modShow">
        <pc:chgData name="Wentao Wu" userId="f6d934c6-15b7-4b44-a59d-4f36b533e669" providerId="ADAL" clId="{407B0E67-F67A-482B-BD22-EA869EB2B461}" dt="2024-06-01T19:52:48.640" v="2834" actId="2696"/>
        <pc:sldMkLst>
          <pc:docMk/>
          <pc:sldMk cId="2306676823" sldId="281"/>
        </pc:sldMkLst>
      </pc:sldChg>
      <pc:sldChg chg="addSp delSp modSp mod modAnim">
        <pc:chgData name="Wentao Wu" userId="f6d934c6-15b7-4b44-a59d-4f36b533e669" providerId="ADAL" clId="{407B0E67-F67A-482B-BD22-EA869EB2B461}" dt="2024-06-05T07:20:10.550" v="4295"/>
        <pc:sldMkLst>
          <pc:docMk/>
          <pc:sldMk cId="2937627268" sldId="282"/>
        </pc:sldMkLst>
      </pc:sldChg>
      <pc:sldChg chg="del mod modShow">
        <pc:chgData name="Wentao Wu" userId="f6d934c6-15b7-4b44-a59d-4f36b533e669" providerId="ADAL" clId="{407B0E67-F67A-482B-BD22-EA869EB2B461}" dt="2024-06-01T19:52:48.640" v="2834" actId="2696"/>
        <pc:sldMkLst>
          <pc:docMk/>
          <pc:sldMk cId="22668206" sldId="283"/>
        </pc:sldMkLst>
      </pc:sldChg>
      <pc:sldChg chg="mod modShow">
        <pc:chgData name="Wentao Wu" userId="f6d934c6-15b7-4b44-a59d-4f36b533e669" providerId="ADAL" clId="{407B0E67-F67A-482B-BD22-EA869EB2B461}" dt="2024-06-01T19:56:11.933" v="2839" actId="729"/>
        <pc:sldMkLst>
          <pc:docMk/>
          <pc:sldMk cId="1117954264" sldId="285"/>
        </pc:sldMkLst>
      </pc:sldChg>
      <pc:sldChg chg="del">
        <pc:chgData name="Wentao Wu" userId="f6d934c6-15b7-4b44-a59d-4f36b533e669" providerId="ADAL" clId="{407B0E67-F67A-482B-BD22-EA869EB2B461}" dt="2024-06-01T19:55:57.002" v="2838" actId="2696"/>
        <pc:sldMkLst>
          <pc:docMk/>
          <pc:sldMk cId="1396271830" sldId="285"/>
        </pc:sldMkLst>
      </pc:sldChg>
      <pc:sldChg chg="del">
        <pc:chgData name="Wentao Wu" userId="f6d934c6-15b7-4b44-a59d-4f36b533e669" providerId="ADAL" clId="{407B0E67-F67A-482B-BD22-EA869EB2B461}" dt="2024-06-01T19:54:31.915" v="2837" actId="2696"/>
        <pc:sldMkLst>
          <pc:docMk/>
          <pc:sldMk cId="3543947054" sldId="285"/>
        </pc:sldMkLst>
      </pc:sldChg>
      <pc:sldChg chg="del">
        <pc:chgData name="Wentao Wu" userId="f6d934c6-15b7-4b44-a59d-4f36b533e669" providerId="ADAL" clId="{407B0E67-F67A-482B-BD22-EA869EB2B461}" dt="2024-06-01T23:11:58.549" v="3406" actId="47"/>
        <pc:sldMkLst>
          <pc:docMk/>
          <pc:sldMk cId="366413369" sldId="286"/>
        </pc:sldMkLst>
      </pc:sldChg>
      <pc:sldChg chg="modSp modAnim">
        <pc:chgData name="Wentao Wu" userId="f6d934c6-15b7-4b44-a59d-4f36b533e669" providerId="ADAL" clId="{407B0E67-F67A-482B-BD22-EA869EB2B461}" dt="2024-06-05T21:23:49.441" v="4611"/>
        <pc:sldMkLst>
          <pc:docMk/>
          <pc:sldMk cId="818044159" sldId="287"/>
        </pc:sldMkLst>
      </pc:sldChg>
      <pc:sldChg chg="delSp add del setBg delDesignElem">
        <pc:chgData name="Wentao Wu" userId="f6d934c6-15b7-4b44-a59d-4f36b533e669" providerId="ADAL" clId="{407B0E67-F67A-482B-BD22-EA869EB2B461}" dt="2024-06-01T19:49:56.495" v="2804" actId="47"/>
        <pc:sldMkLst>
          <pc:docMk/>
          <pc:sldMk cId="844536544" sldId="288"/>
        </pc:sldMkLst>
      </pc:sldChg>
      <pc:sldChg chg="modSp del mod">
        <pc:chgData name="Wentao Wu" userId="f6d934c6-15b7-4b44-a59d-4f36b533e669" providerId="ADAL" clId="{407B0E67-F67A-482B-BD22-EA869EB2B461}" dt="2024-06-01T07:19:08.887" v="1095" actId="47"/>
        <pc:sldMkLst>
          <pc:docMk/>
          <pc:sldMk cId="2319643491" sldId="289"/>
        </pc:sldMkLst>
      </pc:sldChg>
      <pc:sldChg chg="del mod modShow">
        <pc:chgData name="Wentao Wu" userId="f6d934c6-15b7-4b44-a59d-4f36b533e669" providerId="ADAL" clId="{407B0E67-F67A-482B-BD22-EA869EB2B461}" dt="2024-06-01T19:52:48.640" v="2834" actId="2696"/>
        <pc:sldMkLst>
          <pc:docMk/>
          <pc:sldMk cId="1957729842" sldId="290"/>
        </pc:sldMkLst>
      </pc:sldChg>
      <pc:sldChg chg="modSp mod">
        <pc:chgData name="Wentao Wu" userId="f6d934c6-15b7-4b44-a59d-4f36b533e669" providerId="ADAL" clId="{407B0E67-F67A-482B-BD22-EA869EB2B461}" dt="2024-06-01T23:04:57.096" v="3330" actId="115"/>
        <pc:sldMkLst>
          <pc:docMk/>
          <pc:sldMk cId="987796434" sldId="291"/>
        </pc:sldMkLst>
      </pc:sldChg>
      <pc:sldChg chg="addSp modSp mod">
        <pc:chgData name="Wentao Wu" userId="f6d934c6-15b7-4b44-a59d-4f36b533e669" providerId="ADAL" clId="{407B0E67-F67A-482B-BD22-EA869EB2B461}" dt="2024-06-01T23:21:58.566" v="3428" actId="1076"/>
        <pc:sldMkLst>
          <pc:docMk/>
          <pc:sldMk cId="2073656835" sldId="292"/>
        </pc:sldMkLst>
      </pc:sldChg>
      <pc:sldChg chg="del">
        <pc:chgData name="Wentao Wu" userId="f6d934c6-15b7-4b44-a59d-4f36b533e669" providerId="ADAL" clId="{407B0E67-F67A-482B-BD22-EA869EB2B461}" dt="2024-06-01T07:28:56.645" v="1835" actId="47"/>
        <pc:sldMkLst>
          <pc:docMk/>
          <pc:sldMk cId="1358224519" sldId="293"/>
        </pc:sldMkLst>
      </pc:sldChg>
      <pc:sldChg chg="addSp modSp new del mod setBg">
        <pc:chgData name="Wentao Wu" userId="f6d934c6-15b7-4b44-a59d-4f36b533e669" providerId="ADAL" clId="{407B0E67-F67A-482B-BD22-EA869EB2B461}" dt="2024-05-31T22:31:08.684" v="423" actId="2696"/>
        <pc:sldMkLst>
          <pc:docMk/>
          <pc:sldMk cId="500135154" sldId="294"/>
        </pc:sldMkLst>
      </pc:sldChg>
      <pc:sldChg chg="addSp delSp modSp new mod setBg modAnim">
        <pc:chgData name="Wentao Wu" userId="f6d934c6-15b7-4b44-a59d-4f36b533e669" providerId="ADAL" clId="{407B0E67-F67A-482B-BD22-EA869EB2B461}" dt="2024-06-06T06:58:03.882" v="6267" actId="1076"/>
        <pc:sldMkLst>
          <pc:docMk/>
          <pc:sldMk cId="1743147936" sldId="295"/>
        </pc:sldMkLst>
      </pc:sldChg>
      <pc:sldChg chg="delSp add del setBg delDesignElem">
        <pc:chgData name="Wentao Wu" userId="f6d934c6-15b7-4b44-a59d-4f36b533e669" providerId="ADAL" clId="{407B0E67-F67A-482B-BD22-EA869EB2B461}" dt="2024-06-01T07:19:30.197" v="1098" actId="47"/>
        <pc:sldMkLst>
          <pc:docMk/>
          <pc:sldMk cId="858460286" sldId="296"/>
        </pc:sldMkLst>
      </pc:sldChg>
      <pc:sldChg chg="addSp delSp modSp new mod setBg modAnim">
        <pc:chgData name="Wentao Wu" userId="f6d934c6-15b7-4b44-a59d-4f36b533e669" providerId="ADAL" clId="{407B0E67-F67A-482B-BD22-EA869EB2B461}" dt="2024-06-08T04:11:35" v="6345" actId="1076"/>
        <pc:sldMkLst>
          <pc:docMk/>
          <pc:sldMk cId="2946969795" sldId="296"/>
        </pc:sldMkLst>
      </pc:sldChg>
      <pc:sldChg chg="addSp delSp modSp new del mod setBg">
        <pc:chgData name="Wentao Wu" userId="f6d934c6-15b7-4b44-a59d-4f36b533e669" providerId="ADAL" clId="{407B0E67-F67A-482B-BD22-EA869EB2B461}" dt="2024-06-01T20:00:07.508" v="2910" actId="47"/>
        <pc:sldMkLst>
          <pc:docMk/>
          <pc:sldMk cId="1889275083" sldId="297"/>
        </pc:sldMkLst>
      </pc:sldChg>
      <pc:sldChg chg="modSp new del mod">
        <pc:chgData name="Wentao Wu" userId="f6d934c6-15b7-4b44-a59d-4f36b533e669" providerId="ADAL" clId="{407B0E67-F67A-482B-BD22-EA869EB2B461}" dt="2024-06-01T20:29:57.842" v="3064" actId="47"/>
        <pc:sldMkLst>
          <pc:docMk/>
          <pc:sldMk cId="3345085578" sldId="298"/>
        </pc:sldMkLst>
      </pc:sldChg>
      <pc:sldChg chg="add del mod modShow">
        <pc:chgData name="Wentao Wu" userId="f6d934c6-15b7-4b44-a59d-4f36b533e669" providerId="ADAL" clId="{407B0E67-F67A-482B-BD22-EA869EB2B461}" dt="2024-06-01T19:51:39.609" v="2827" actId="2696"/>
        <pc:sldMkLst>
          <pc:docMk/>
          <pc:sldMk cId="1451664609" sldId="299"/>
        </pc:sldMkLst>
      </pc:sldChg>
      <pc:sldChg chg="delSp add del setBg delDesignElem">
        <pc:chgData name="Wentao Wu" userId="f6d934c6-15b7-4b44-a59d-4f36b533e669" providerId="ADAL" clId="{407B0E67-F67A-482B-BD22-EA869EB2B461}" dt="2024-06-01T19:51:55.945" v="2833" actId="47"/>
        <pc:sldMkLst>
          <pc:docMk/>
          <pc:sldMk cId="2781054593" sldId="299"/>
        </pc:sldMkLst>
      </pc:sldChg>
      <pc:sldChg chg="delSp add del setBg delDesignElem">
        <pc:chgData name="Wentao Wu" userId="f6d934c6-15b7-4b44-a59d-4f36b533e669" providerId="ADAL" clId="{407B0E67-F67A-482B-BD22-EA869EB2B461}" dt="2024-06-01T19:51:55.945" v="2833" actId="47"/>
        <pc:sldMkLst>
          <pc:docMk/>
          <pc:sldMk cId="2234783193" sldId="300"/>
        </pc:sldMkLst>
      </pc:sldChg>
      <pc:sldChg chg="add del">
        <pc:chgData name="Wentao Wu" userId="f6d934c6-15b7-4b44-a59d-4f36b533e669" providerId="ADAL" clId="{407B0E67-F67A-482B-BD22-EA869EB2B461}" dt="2024-06-01T19:51:39.609" v="2827" actId="2696"/>
        <pc:sldMkLst>
          <pc:docMk/>
          <pc:sldMk cId="4255200986" sldId="300"/>
        </pc:sldMkLst>
      </pc:sldChg>
      <pc:sldChg chg="add del">
        <pc:chgData name="Wentao Wu" userId="f6d934c6-15b7-4b44-a59d-4f36b533e669" providerId="ADAL" clId="{407B0E67-F67A-482B-BD22-EA869EB2B461}" dt="2024-06-01T19:51:39.609" v="2827" actId="2696"/>
        <pc:sldMkLst>
          <pc:docMk/>
          <pc:sldMk cId="1831585579" sldId="301"/>
        </pc:sldMkLst>
      </pc:sldChg>
      <pc:sldChg chg="delSp add del setBg delDesignElem">
        <pc:chgData name="Wentao Wu" userId="f6d934c6-15b7-4b44-a59d-4f36b533e669" providerId="ADAL" clId="{407B0E67-F67A-482B-BD22-EA869EB2B461}" dt="2024-06-01T19:51:55.945" v="2833" actId="47"/>
        <pc:sldMkLst>
          <pc:docMk/>
          <pc:sldMk cId="3450118965" sldId="301"/>
        </pc:sldMkLst>
      </pc:sldChg>
      <pc:sldChg chg="addSp delSp modSp new mod setBg modShow">
        <pc:chgData name="Wentao Wu" userId="f6d934c6-15b7-4b44-a59d-4f36b533e669" providerId="ADAL" clId="{407B0E67-F67A-482B-BD22-EA869EB2B461}" dt="2024-06-01T19:53:03.692" v="2836" actId="729"/>
        <pc:sldMkLst>
          <pc:docMk/>
          <pc:sldMk cId="1119490829" sldId="302"/>
        </pc:sldMkLst>
      </pc:sldChg>
      <pc:sldChg chg="add del">
        <pc:chgData name="Wentao Wu" userId="f6d934c6-15b7-4b44-a59d-4f36b533e669" providerId="ADAL" clId="{407B0E67-F67A-482B-BD22-EA869EB2B461}" dt="2024-06-05T21:25:36.850" v="4617" actId="47"/>
        <pc:sldMkLst>
          <pc:docMk/>
          <pc:sldMk cId="2795375293" sldId="303"/>
        </pc:sldMkLst>
      </pc:sldChg>
      <pc:sldChg chg="add">
        <pc:chgData name="Wentao Wu" userId="f6d934c6-15b7-4b44-a59d-4f36b533e669" providerId="ADAL" clId="{407B0E67-F67A-482B-BD22-EA869EB2B461}" dt="2024-06-01T19:51:50.614" v="2832"/>
        <pc:sldMkLst>
          <pc:docMk/>
          <pc:sldMk cId="2024322329" sldId="304"/>
        </pc:sldMkLst>
      </pc:sldChg>
      <pc:sldChg chg="add">
        <pc:chgData name="Wentao Wu" userId="f6d934c6-15b7-4b44-a59d-4f36b533e669" providerId="ADAL" clId="{407B0E67-F67A-482B-BD22-EA869EB2B461}" dt="2024-06-01T19:51:50.614" v="2832"/>
        <pc:sldMkLst>
          <pc:docMk/>
          <pc:sldMk cId="625337207" sldId="305"/>
        </pc:sldMkLst>
      </pc:sldChg>
      <pc:sldChg chg="mod modShow">
        <pc:chgData name="Wentao Wu" userId="f6d934c6-15b7-4b44-a59d-4f36b533e669" providerId="ADAL" clId="{407B0E67-F67A-482B-BD22-EA869EB2B461}" dt="2024-06-01T19:52:59.872" v="2835" actId="729"/>
        <pc:sldMkLst>
          <pc:docMk/>
          <pc:sldMk cId="3693149236" sldId="306"/>
        </pc:sldMkLst>
      </pc:sldChg>
      <pc:sldChg chg="addSp delSp modSp mod modAnim">
        <pc:chgData name="Wentao Wu" userId="f6d934c6-15b7-4b44-a59d-4f36b533e669" providerId="ADAL" clId="{407B0E67-F67A-482B-BD22-EA869EB2B461}" dt="2024-06-08T04:43:09.058" v="6875" actId="114"/>
        <pc:sldMkLst>
          <pc:docMk/>
          <pc:sldMk cId="3470551714" sldId="307"/>
        </pc:sldMkLst>
      </pc:sldChg>
      <pc:sldChg chg="delSp add del setBg delDesignElem">
        <pc:chgData name="Wentao Wu" userId="f6d934c6-15b7-4b44-a59d-4f36b533e669" providerId="ADAL" clId="{407B0E67-F67A-482B-BD22-EA869EB2B461}" dt="2024-06-01T20:30:10.351" v="3068" actId="47"/>
        <pc:sldMkLst>
          <pc:docMk/>
          <pc:sldMk cId="809419962" sldId="308"/>
        </pc:sldMkLst>
      </pc:sldChg>
      <pc:sldChg chg="addSp delSp modSp add mod">
        <pc:chgData name="Wentao Wu" userId="f6d934c6-15b7-4b44-a59d-4f36b533e669" providerId="ADAL" clId="{407B0E67-F67A-482B-BD22-EA869EB2B461}" dt="2024-06-06T00:11:02.150" v="6258" actId="1076"/>
        <pc:sldMkLst>
          <pc:docMk/>
          <pc:sldMk cId="779288949" sldId="309"/>
        </pc:sldMkLst>
      </pc:sldChg>
      <pc:sldChg chg="addSp delSp modSp mod modTransition modAnim">
        <pc:chgData name="Wentao Wu" userId="f6d934c6-15b7-4b44-a59d-4f36b533e669" providerId="ADAL" clId="{407B0E67-F67A-482B-BD22-EA869EB2B461}" dt="2024-06-06T05:10:49.745" v="6263"/>
        <pc:sldMkLst>
          <pc:docMk/>
          <pc:sldMk cId="518761018" sldId="310"/>
        </pc:sldMkLst>
      </pc:sldChg>
      <pc:sldChg chg="addSp delSp modSp add mod ord delAnim modAnim modShow">
        <pc:chgData name="Wentao Wu" userId="f6d934c6-15b7-4b44-a59d-4f36b533e669" providerId="ADAL" clId="{407B0E67-F67A-482B-BD22-EA869EB2B461}" dt="2024-06-06T02:20:22.498" v="6262" actId="20577"/>
        <pc:sldMkLst>
          <pc:docMk/>
          <pc:sldMk cId="2582896349" sldId="311"/>
        </pc:sldMkLst>
      </pc:sldChg>
      <pc:sldChg chg="addSp delSp modSp mod modShow">
        <pc:chgData name="Wentao Wu" userId="f6d934c6-15b7-4b44-a59d-4f36b533e669" providerId="ADAL" clId="{407B0E67-F67A-482B-BD22-EA869EB2B461}" dt="2024-06-05T23:56:20.715" v="6050" actId="207"/>
        <pc:sldMkLst>
          <pc:docMk/>
          <pc:sldMk cId="2861504459" sldId="312"/>
        </pc:sldMkLst>
      </pc:sldChg>
    </pc:docChg>
  </pc:docChgLst>
  <pc:docChgLst>
    <pc:chgData name="Wentao Wu" userId="f6d934c6-15b7-4b44-a59d-4f36b533e669" providerId="ADAL" clId="{9CDDEE5A-27F4-4967-8D74-5BC981C9D2FE}"/>
    <pc:docChg chg="undo custSel addSld delSld modSld">
      <pc:chgData name="Wentao Wu" userId="f6d934c6-15b7-4b44-a59d-4f36b533e669" providerId="ADAL" clId="{9CDDEE5A-27F4-4967-8D74-5BC981C9D2FE}" dt="2024-07-11T18:01:48.837" v="1112" actId="20577"/>
      <pc:docMkLst>
        <pc:docMk/>
      </pc:docMkLst>
      <pc:sldChg chg="addSp delSp modSp del mod addAnim delAnim">
        <pc:chgData name="Wentao Wu" userId="f6d934c6-15b7-4b44-a59d-4f36b533e669" providerId="ADAL" clId="{9CDDEE5A-27F4-4967-8D74-5BC981C9D2FE}" dt="2024-07-09T06:26:31.592" v="128" actId="47"/>
        <pc:sldMkLst>
          <pc:docMk/>
          <pc:sldMk cId="1798602698" sldId="256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1346895302" sldId="258"/>
        </pc:sldMkLst>
      </pc:sldChg>
      <pc:sldChg chg="modSp modTransition">
        <pc:chgData name="Wentao Wu" userId="f6d934c6-15b7-4b44-a59d-4f36b533e669" providerId="ADAL" clId="{9CDDEE5A-27F4-4967-8D74-5BC981C9D2FE}" dt="2024-07-11T18:01:48.837" v="1112" actId="20577"/>
        <pc:sldMkLst>
          <pc:docMk/>
          <pc:sldMk cId="2863790069" sldId="265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3013138524" sldId="281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2937627268" sldId="282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327029583" sldId="283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1117954264" sldId="285"/>
        </pc:sldMkLst>
      </pc:sldChg>
      <pc:sldChg chg="delSp modSp mod modTransition delAnim">
        <pc:chgData name="Wentao Wu" userId="f6d934c6-15b7-4b44-a59d-4f36b533e669" providerId="ADAL" clId="{9CDDEE5A-27F4-4967-8D74-5BC981C9D2FE}" dt="2024-07-11T04:55:25.540" v="1039"/>
        <pc:sldMkLst>
          <pc:docMk/>
          <pc:sldMk cId="818044159" sldId="287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3976074517" sldId="290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987796434" sldId="291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2073656835" sldId="292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1358224519" sldId="293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1743147936" sldId="295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2946969795" sldId="296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1119490829" sldId="302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2795375293" sldId="303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2024322329" sldId="304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625337207" sldId="305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3693149236" sldId="306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3470551714" sldId="307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779288949" sldId="309"/>
        </pc:sldMkLst>
      </pc:sldChg>
      <pc:sldChg chg="addSp del mod delAnim">
        <pc:chgData name="Wentao Wu" userId="f6d934c6-15b7-4b44-a59d-4f36b533e669" providerId="ADAL" clId="{9CDDEE5A-27F4-4967-8D74-5BC981C9D2FE}" dt="2024-07-10T05:41:51.310" v="400" actId="47"/>
        <pc:sldMkLst>
          <pc:docMk/>
          <pc:sldMk cId="518761018" sldId="310"/>
        </pc:sldMkLst>
      </pc:sldChg>
      <pc:sldChg chg="mod modTransition modShow">
        <pc:chgData name="Wentao Wu" userId="f6d934c6-15b7-4b44-a59d-4f36b533e669" providerId="ADAL" clId="{9CDDEE5A-27F4-4967-8D74-5BC981C9D2FE}" dt="2024-07-11T04:55:25.540" v="1039"/>
        <pc:sldMkLst>
          <pc:docMk/>
          <pc:sldMk cId="492201827" sldId="311"/>
        </pc:sldMkLst>
      </pc:sldChg>
      <pc:sldChg chg="addSp delSp add del mod setBg delDesignElem modShow">
        <pc:chgData name="Wentao Wu" userId="f6d934c6-15b7-4b44-a59d-4f36b533e669" providerId="ADAL" clId="{9CDDEE5A-27F4-4967-8D74-5BC981C9D2FE}" dt="2024-07-10T05:56:40.415" v="1018"/>
        <pc:sldMkLst>
          <pc:docMk/>
          <pc:sldMk cId="1191367519" sldId="311"/>
        </pc:sldMkLst>
      </pc:sldChg>
      <pc:sldChg chg="add del">
        <pc:chgData name="Wentao Wu" userId="f6d934c6-15b7-4b44-a59d-4f36b533e669" providerId="ADAL" clId="{9CDDEE5A-27F4-4967-8D74-5BC981C9D2FE}" dt="2024-07-10T05:56:46.112" v="1020" actId="2696"/>
        <pc:sldMkLst>
          <pc:docMk/>
          <pc:sldMk cId="2582896349" sldId="311"/>
        </pc:sldMkLst>
      </pc:sldChg>
      <pc:sldChg chg="modTransition">
        <pc:chgData name="Wentao Wu" userId="f6d934c6-15b7-4b44-a59d-4f36b533e669" providerId="ADAL" clId="{9CDDEE5A-27F4-4967-8D74-5BC981C9D2FE}" dt="2024-07-11T04:55:25.540" v="1039"/>
        <pc:sldMkLst>
          <pc:docMk/>
          <pc:sldMk cId="2861504459" sldId="312"/>
        </pc:sldMkLst>
      </pc:sldChg>
      <pc:sldChg chg="add modTransition">
        <pc:chgData name="Wentao Wu" userId="f6d934c6-15b7-4b44-a59d-4f36b533e669" providerId="ADAL" clId="{9CDDEE5A-27F4-4967-8D74-5BC981C9D2FE}" dt="2024-07-11T04:55:25.540" v="1039"/>
        <pc:sldMkLst>
          <pc:docMk/>
          <pc:sldMk cId="1208113301" sldId="313"/>
        </pc:sldMkLst>
      </pc:sldChg>
      <pc:sldChg chg="addSp del delDesignElem">
        <pc:chgData name="Wentao Wu" userId="f6d934c6-15b7-4b44-a59d-4f36b533e669" providerId="ADAL" clId="{9CDDEE5A-27F4-4967-8D74-5BC981C9D2FE}" dt="2024-07-09T06:26:29.568" v="126"/>
        <pc:sldMkLst>
          <pc:docMk/>
          <pc:sldMk cId="2358487920" sldId="313"/>
        </pc:sldMkLst>
      </pc:sldChg>
      <pc:sldChg chg="new del">
        <pc:chgData name="Wentao Wu" userId="f6d934c6-15b7-4b44-a59d-4f36b533e669" providerId="ADAL" clId="{9CDDEE5A-27F4-4967-8D74-5BC981C9D2FE}" dt="2024-07-09T06:20:29.116" v="1" actId="47"/>
        <pc:sldMkLst>
          <pc:docMk/>
          <pc:sldMk cId="3638227236" sldId="313"/>
        </pc:sldMkLst>
      </pc:sldChg>
      <pc:sldChg chg="new del">
        <pc:chgData name="Wentao Wu" userId="f6d934c6-15b7-4b44-a59d-4f36b533e669" providerId="ADAL" clId="{9CDDEE5A-27F4-4967-8D74-5BC981C9D2FE}" dt="2024-07-09T06:24:44.710" v="110" actId="680"/>
        <pc:sldMkLst>
          <pc:docMk/>
          <pc:sldMk cId="4069256340" sldId="313"/>
        </pc:sldMkLst>
      </pc:sldChg>
      <pc:sldChg chg="addSp delSp modSp new del mod">
        <pc:chgData name="Wentao Wu" userId="f6d934c6-15b7-4b44-a59d-4f36b533e669" providerId="ADAL" clId="{9CDDEE5A-27F4-4967-8D74-5BC981C9D2FE}" dt="2024-07-10T05:36:09.149" v="393" actId="47"/>
        <pc:sldMkLst>
          <pc:docMk/>
          <pc:sldMk cId="3815743122" sldId="314"/>
        </pc:sldMkLst>
      </pc:sldChg>
      <pc:sldChg chg="addSp delSp modSp mod modTransition delAnim">
        <pc:chgData name="Wentao Wu" userId="f6d934c6-15b7-4b44-a59d-4f36b533e669" providerId="ADAL" clId="{9CDDEE5A-27F4-4967-8D74-5BC981C9D2FE}" dt="2024-07-11T04:55:25.540" v="1039"/>
        <pc:sldMkLst>
          <pc:docMk/>
          <pc:sldMk cId="4171901611" sldId="315"/>
        </pc:sldMkLst>
      </pc:sldChg>
      <pc:sldChg chg="modSp mod modTransition">
        <pc:chgData name="Wentao Wu" userId="f6d934c6-15b7-4b44-a59d-4f36b533e669" providerId="ADAL" clId="{9CDDEE5A-27F4-4967-8D74-5BC981C9D2FE}" dt="2024-07-11T05:34:57.965" v="1085" actId="115"/>
        <pc:sldMkLst>
          <pc:docMk/>
          <pc:sldMk cId="3200604109" sldId="316"/>
        </pc:sldMkLst>
      </pc:sldChg>
    </pc:docChg>
  </pc:docChgLst>
  <pc:docChgLst>
    <pc:chgData name="Wentao Wu" userId="f6d934c6-15b7-4b44-a59d-4f36b533e669" providerId="ADAL" clId="{F36342AB-D449-444C-BAAC-02C870C99801}"/>
    <pc:docChg chg="custSel modSld">
      <pc:chgData name="Wentao Wu" userId="f6d934c6-15b7-4b44-a59d-4f36b533e669" providerId="ADAL" clId="{F36342AB-D449-444C-BAAC-02C870C99801}" dt="2025-08-29T22:23:51.714" v="197" actId="20577"/>
      <pc:docMkLst>
        <pc:docMk/>
      </pc:docMkLst>
      <pc:sldChg chg="modSp mod">
        <pc:chgData name="Wentao Wu" userId="f6d934c6-15b7-4b44-a59d-4f36b533e669" providerId="ADAL" clId="{F36342AB-D449-444C-BAAC-02C870C99801}" dt="2025-08-29T22:21:42.587" v="1" actId="1076"/>
        <pc:sldMkLst>
          <pc:docMk/>
          <pc:sldMk cId="3692677672" sldId="317"/>
        </pc:sldMkLst>
        <pc:picChg chg="mod">
          <ac:chgData name="Wentao Wu" userId="f6d934c6-15b7-4b44-a59d-4f36b533e669" providerId="ADAL" clId="{F36342AB-D449-444C-BAAC-02C870C99801}" dt="2025-08-29T22:21:42.587" v="1" actId="1076"/>
          <ac:picMkLst>
            <pc:docMk/>
            <pc:sldMk cId="3692677672" sldId="317"/>
            <ac:picMk id="5" creationId="{BD4A8250-E227-0007-F1CC-213F15524407}"/>
          </ac:picMkLst>
        </pc:picChg>
      </pc:sldChg>
      <pc:sldChg chg="modSp mod">
        <pc:chgData name="Wentao Wu" userId="f6d934c6-15b7-4b44-a59d-4f36b533e669" providerId="ADAL" clId="{F36342AB-D449-444C-BAAC-02C870C99801}" dt="2025-08-29T22:23:51.714" v="197" actId="20577"/>
        <pc:sldMkLst>
          <pc:docMk/>
          <pc:sldMk cId="481142030" sldId="331"/>
        </pc:sldMkLst>
        <pc:spChg chg="mod">
          <ac:chgData name="Wentao Wu" userId="f6d934c6-15b7-4b44-a59d-4f36b533e669" providerId="ADAL" clId="{F36342AB-D449-444C-BAAC-02C870C99801}" dt="2025-08-29T22:23:51.714" v="197" actId="20577"/>
          <ac:spMkLst>
            <pc:docMk/>
            <pc:sldMk cId="481142030" sldId="331"/>
            <ac:spMk id="3" creationId="{61A6B6DD-EAC7-18D0-E4A5-092B33EDC945}"/>
          </ac:spMkLst>
        </pc:spChg>
      </pc:sldChg>
    </pc:docChg>
  </pc:docChgLst>
  <pc:docChgLst>
    <pc:chgData name="Wentao Wu" userId="f6d934c6-15b7-4b44-a59d-4f36b533e669" providerId="ADAL" clId="{9162FB61-5067-4EFF-835E-5D02EA78A71D}"/>
    <pc:docChg chg="undo custSel addSld delSld modSld">
      <pc:chgData name="Wentao Wu" userId="f6d934c6-15b7-4b44-a59d-4f36b533e669" providerId="ADAL" clId="{9162FB61-5067-4EFF-835E-5D02EA78A71D}" dt="2025-07-06T21:16:14.422" v="4355" actId="20577"/>
      <pc:docMkLst>
        <pc:docMk/>
      </pc:docMkLst>
      <pc:sldChg chg="del">
        <pc:chgData name="Wentao Wu" userId="f6d934c6-15b7-4b44-a59d-4f36b533e669" providerId="ADAL" clId="{9162FB61-5067-4EFF-835E-5D02EA78A71D}" dt="2025-07-06T02:18:42.984" v="510" actId="47"/>
        <pc:sldMkLst>
          <pc:docMk/>
          <pc:sldMk cId="4171901611" sldId="315"/>
        </pc:sldMkLst>
      </pc:sldChg>
      <pc:sldChg chg="del">
        <pc:chgData name="Wentao Wu" userId="f6d934c6-15b7-4b44-a59d-4f36b533e669" providerId="ADAL" clId="{9162FB61-5067-4EFF-835E-5D02EA78A71D}" dt="2025-07-06T02:18:42.984" v="510" actId="47"/>
        <pc:sldMkLst>
          <pc:docMk/>
          <pc:sldMk cId="3993945461" sldId="316"/>
        </pc:sldMkLst>
      </pc:sldChg>
      <pc:sldChg chg="addSp delSp modSp new mod setBg">
        <pc:chgData name="Wentao Wu" userId="f6d934c6-15b7-4b44-a59d-4f36b533e669" providerId="ADAL" clId="{9162FB61-5067-4EFF-835E-5D02EA78A71D}" dt="2025-07-06T20:07:38.953" v="3444" actId="26606"/>
        <pc:sldMkLst>
          <pc:docMk/>
          <pc:sldMk cId="3692677672" sldId="317"/>
        </pc:sldMkLst>
      </pc:sldChg>
      <pc:sldChg chg="modSp new del mod">
        <pc:chgData name="Wentao Wu" userId="f6d934c6-15b7-4b44-a59d-4f36b533e669" providerId="ADAL" clId="{9162FB61-5067-4EFF-835E-5D02EA78A71D}" dt="2025-07-06T05:15:58.970" v="511" actId="47"/>
        <pc:sldMkLst>
          <pc:docMk/>
          <pc:sldMk cId="518828475" sldId="318"/>
        </pc:sldMkLst>
      </pc:sldChg>
      <pc:sldChg chg="addSp delSp modSp new mod">
        <pc:chgData name="Wentao Wu" userId="f6d934c6-15b7-4b44-a59d-4f36b533e669" providerId="ADAL" clId="{9162FB61-5067-4EFF-835E-5D02EA78A71D}" dt="2025-07-06T21:15:47.468" v="4335" actId="20577"/>
        <pc:sldMkLst>
          <pc:docMk/>
          <pc:sldMk cId="3385645222" sldId="319"/>
        </pc:sldMkLst>
      </pc:sldChg>
      <pc:sldChg chg="addSp modSp new mod">
        <pc:chgData name="Wentao Wu" userId="f6d934c6-15b7-4b44-a59d-4f36b533e669" providerId="ADAL" clId="{9162FB61-5067-4EFF-835E-5D02EA78A71D}" dt="2025-07-06T21:16:14.422" v="4355" actId="20577"/>
        <pc:sldMkLst>
          <pc:docMk/>
          <pc:sldMk cId="177021534" sldId="320"/>
        </pc:sldMkLst>
      </pc:sldChg>
      <pc:sldChg chg="addSp modSp new mod">
        <pc:chgData name="Wentao Wu" userId="f6d934c6-15b7-4b44-a59d-4f36b533e669" providerId="ADAL" clId="{9162FB61-5067-4EFF-835E-5D02EA78A71D}" dt="2025-07-06T20:33:03.843" v="4016" actId="14100"/>
        <pc:sldMkLst>
          <pc:docMk/>
          <pc:sldMk cId="1417616366" sldId="321"/>
        </pc:sldMkLst>
      </pc:sldChg>
      <pc:sldChg chg="addSp delSp modSp new mod">
        <pc:chgData name="Wentao Wu" userId="f6d934c6-15b7-4b44-a59d-4f36b533e669" providerId="ADAL" clId="{9162FB61-5067-4EFF-835E-5D02EA78A71D}" dt="2025-07-06T06:45:31.237" v="1949" actId="164"/>
        <pc:sldMkLst>
          <pc:docMk/>
          <pc:sldMk cId="1873943398" sldId="322"/>
        </pc:sldMkLst>
      </pc:sldChg>
      <pc:sldChg chg="addSp delSp modSp new mod delAnim modAnim">
        <pc:chgData name="Wentao Wu" userId="f6d934c6-15b7-4b44-a59d-4f36b533e669" providerId="ADAL" clId="{9162FB61-5067-4EFF-835E-5D02EA78A71D}" dt="2025-07-06T20:44:21.070" v="4133"/>
        <pc:sldMkLst>
          <pc:docMk/>
          <pc:sldMk cId="549810743" sldId="323"/>
        </pc:sldMkLst>
      </pc:sldChg>
      <pc:sldChg chg="addSp delSp modSp new mod modAnim">
        <pc:chgData name="Wentao Wu" userId="f6d934c6-15b7-4b44-a59d-4f36b533e669" providerId="ADAL" clId="{9162FB61-5067-4EFF-835E-5D02EA78A71D}" dt="2025-07-06T20:48:30.020" v="4265" actId="1036"/>
        <pc:sldMkLst>
          <pc:docMk/>
          <pc:sldMk cId="3675420056" sldId="324"/>
        </pc:sldMkLst>
      </pc:sldChg>
      <pc:sldChg chg="addSp delSp modSp new mod">
        <pc:chgData name="Wentao Wu" userId="f6d934c6-15b7-4b44-a59d-4f36b533e669" providerId="ADAL" clId="{9162FB61-5067-4EFF-835E-5D02EA78A71D}" dt="2025-07-06T06:06:58.224" v="849" actId="113"/>
        <pc:sldMkLst>
          <pc:docMk/>
          <pc:sldMk cId="3861969301" sldId="325"/>
        </pc:sldMkLst>
      </pc:sldChg>
      <pc:sldChg chg="modSp new mod">
        <pc:chgData name="Wentao Wu" userId="f6d934c6-15b7-4b44-a59d-4f36b533e669" providerId="ADAL" clId="{9162FB61-5067-4EFF-835E-5D02EA78A71D}" dt="2025-07-06T20:49:29.965" v="4318" actId="113"/>
        <pc:sldMkLst>
          <pc:docMk/>
          <pc:sldMk cId="2658529658" sldId="326"/>
        </pc:sldMkLst>
      </pc:sldChg>
      <pc:sldChg chg="delSp new del mod">
        <pc:chgData name="Wentao Wu" userId="f6d934c6-15b7-4b44-a59d-4f36b533e669" providerId="ADAL" clId="{9162FB61-5067-4EFF-835E-5D02EA78A71D}" dt="2025-07-06T06:47:28.857" v="1984" actId="47"/>
        <pc:sldMkLst>
          <pc:docMk/>
          <pc:sldMk cId="4209816468" sldId="326"/>
        </pc:sldMkLst>
      </pc:sldChg>
      <pc:sldChg chg="modSp new del mod">
        <pc:chgData name="Wentao Wu" userId="f6d934c6-15b7-4b44-a59d-4f36b533e669" providerId="ADAL" clId="{9162FB61-5067-4EFF-835E-5D02EA78A71D}" dt="2025-07-06T20:50:15.566" v="4334" actId="47"/>
        <pc:sldMkLst>
          <pc:docMk/>
          <pc:sldMk cId="567534293" sldId="327"/>
        </pc:sldMkLst>
      </pc:sldChg>
    </pc:docChg>
  </pc:docChgLst>
  <pc:docChgLst>
    <pc:chgData name="Wentao Wu" userId="f6d934c6-15b7-4b44-a59d-4f36b533e669" providerId="ADAL" clId="{7D550BB3-A900-4C43-87C7-2265C266FC92}"/>
    <pc:docChg chg="undo custSel addSld delSld modSld modShowInfo">
      <pc:chgData name="Wentao Wu" userId="f6d934c6-15b7-4b44-a59d-4f36b533e669" providerId="ADAL" clId="{7D550BB3-A900-4C43-87C7-2265C266FC92}" dt="2025-09-04T09:19:33.793" v="8082" actId="207"/>
      <pc:docMkLst>
        <pc:docMk/>
      </pc:docMkLst>
      <pc:sldChg chg="addSp delSp modSp add mod setBg delDesignElem modShow">
        <pc:chgData name="Wentao Wu" userId="f6d934c6-15b7-4b44-a59d-4f36b533e669" providerId="ADAL" clId="{7D550BB3-A900-4C43-87C7-2265C266FC92}" dt="2025-09-03T11:43:03.618" v="8022" actId="1035"/>
        <pc:sldMkLst>
          <pc:docMk/>
          <pc:sldMk cId="3013138524" sldId="281"/>
        </pc:sldMkLst>
        <pc:spChg chg="del mod">
          <ac:chgData name="Wentao Wu" userId="f6d934c6-15b7-4b44-a59d-4f36b533e669" providerId="ADAL" clId="{7D550BB3-A900-4C43-87C7-2265C266FC92}" dt="2025-09-03T11:41:14.312" v="7835" actId="478"/>
          <ac:spMkLst>
            <pc:docMk/>
            <pc:sldMk cId="3013138524" sldId="281"/>
            <ac:spMk id="2" creationId="{7AE0E73B-35EE-E76E-0679-25E4B38259E8}"/>
          </ac:spMkLst>
        </pc:spChg>
        <pc:spChg chg="mod">
          <ac:chgData name="Wentao Wu" userId="f6d934c6-15b7-4b44-a59d-4f36b533e669" providerId="ADAL" clId="{7D550BB3-A900-4C43-87C7-2265C266FC92}" dt="2025-09-03T11:42:34.642" v="7919" actId="1035"/>
          <ac:spMkLst>
            <pc:docMk/>
            <pc:sldMk cId="3013138524" sldId="281"/>
            <ac:spMk id="3" creationId="{B38E15BD-0C71-A43C-183C-C3E3557838C6}"/>
          </ac:spMkLst>
        </pc:spChg>
        <pc:spChg chg="mod">
          <ac:chgData name="Wentao Wu" userId="f6d934c6-15b7-4b44-a59d-4f36b533e669" providerId="ADAL" clId="{7D550BB3-A900-4C43-87C7-2265C266FC92}" dt="2025-09-03T11:42:40.971" v="7950" actId="1035"/>
          <ac:spMkLst>
            <pc:docMk/>
            <pc:sldMk cId="3013138524" sldId="281"/>
            <ac:spMk id="5" creationId="{4A01739B-EB6A-864E-2E13-7F9079F3AB54}"/>
          </ac:spMkLst>
        </pc:spChg>
        <pc:spChg chg="add mod">
          <ac:chgData name="Wentao Wu" userId="f6d934c6-15b7-4b44-a59d-4f36b533e669" providerId="ADAL" clId="{7D550BB3-A900-4C43-87C7-2265C266FC92}" dt="2025-09-03T11:42:26.231" v="7891" actId="1076"/>
          <ac:spMkLst>
            <pc:docMk/>
            <pc:sldMk cId="3013138524" sldId="281"/>
            <ac:spMk id="7" creationId="{55D6C390-A20A-7E7F-FA02-9C4575F1A37C}"/>
          </ac:spMkLst>
        </pc:spChg>
        <pc:spChg chg="mod">
          <ac:chgData name="Wentao Wu" userId="f6d934c6-15b7-4b44-a59d-4f36b533e669" providerId="ADAL" clId="{7D550BB3-A900-4C43-87C7-2265C266FC92}" dt="2025-09-03T11:43:03.618" v="8022" actId="1035"/>
          <ac:spMkLst>
            <pc:docMk/>
            <pc:sldMk cId="3013138524" sldId="281"/>
            <ac:spMk id="8" creationId="{99E70EF3-7D99-4F8B-4F88-7EEB0CBF9D3A}"/>
          </ac:spMkLst>
        </pc:spChg>
        <pc:spChg chg="mod">
          <ac:chgData name="Wentao Wu" userId="f6d934c6-15b7-4b44-a59d-4f36b533e669" providerId="ADAL" clId="{7D550BB3-A900-4C43-87C7-2265C266FC92}" dt="2025-09-03T11:42:51.620" v="7980" actId="1035"/>
          <ac:spMkLst>
            <pc:docMk/>
            <pc:sldMk cId="3013138524" sldId="281"/>
            <ac:spMk id="10" creationId="{42CBD452-0830-706A-B780-DE6FFFA2FD29}"/>
          </ac:spMkLst>
        </pc:spChg>
        <pc:spChg chg="del">
          <ac:chgData name="Wentao Wu" userId="f6d934c6-15b7-4b44-a59d-4f36b533e669" providerId="ADAL" clId="{7D550BB3-A900-4C43-87C7-2265C266FC92}" dt="2025-09-03T11:40:14.071" v="7822"/>
          <ac:spMkLst>
            <pc:docMk/>
            <pc:sldMk cId="3013138524" sldId="281"/>
            <ac:spMk id="17" creationId="{B712E947-0734-45F9-9C4F-41114EC3A33E}"/>
          </ac:spMkLst>
        </pc:spChg>
        <pc:grpChg chg="del">
          <ac:chgData name="Wentao Wu" userId="f6d934c6-15b7-4b44-a59d-4f36b533e669" providerId="ADAL" clId="{7D550BB3-A900-4C43-87C7-2265C266FC92}" dt="2025-09-03T11:40:14.071" v="7822"/>
          <ac:grpSpMkLst>
            <pc:docMk/>
            <pc:sldMk cId="3013138524" sldId="281"/>
            <ac:grpSpMk id="19" creationId="{12B3290A-D3BF-4B87-B55B-FD9A98B49727}"/>
          </ac:grpSpMkLst>
        </pc:grpChg>
      </pc:sldChg>
      <pc:sldChg chg="addSp delSp modSp mod modTransition setBg">
        <pc:chgData name="Wentao Wu" userId="f6d934c6-15b7-4b44-a59d-4f36b533e669" providerId="ADAL" clId="{7D550BB3-A900-4C43-87C7-2265C266FC92}" dt="2025-09-02T22:50:42.766" v="4981" actId="1076"/>
        <pc:sldMkLst>
          <pc:docMk/>
          <pc:sldMk cId="3692677672" sldId="317"/>
        </pc:sldMkLst>
        <pc:spChg chg="mod">
          <ac:chgData name="Wentao Wu" userId="f6d934c6-15b7-4b44-a59d-4f36b533e669" providerId="ADAL" clId="{7D550BB3-A900-4C43-87C7-2265C266FC92}" dt="2025-09-02T22:50:08.858" v="4977" actId="26606"/>
          <ac:spMkLst>
            <pc:docMk/>
            <pc:sldMk cId="3692677672" sldId="317"/>
            <ac:spMk id="2" creationId="{AAEB463F-C298-B230-08AD-293F34636DF8}"/>
          </ac:spMkLst>
        </pc:spChg>
        <pc:spChg chg="mod">
          <ac:chgData name="Wentao Wu" userId="f6d934c6-15b7-4b44-a59d-4f36b533e669" providerId="ADAL" clId="{7D550BB3-A900-4C43-87C7-2265C266FC92}" dt="2025-09-02T22:50:27.298" v="4979" actId="1076"/>
          <ac:spMkLst>
            <pc:docMk/>
            <pc:sldMk cId="3692677672" sldId="317"/>
            <ac:spMk id="3" creationId="{923D0917-0D10-EA2C-A70B-6BCDDB077E93}"/>
          </ac:spMkLst>
        </pc:spChg>
        <pc:spChg chg="add">
          <ac:chgData name="Wentao Wu" userId="f6d934c6-15b7-4b44-a59d-4f36b533e669" providerId="ADAL" clId="{7D550BB3-A900-4C43-87C7-2265C266FC92}" dt="2025-09-02T22:50:08.858" v="4977" actId="26606"/>
          <ac:spMkLst>
            <pc:docMk/>
            <pc:sldMk cId="3692677672" sldId="317"/>
            <ac:spMk id="14" creationId="{8A94871E-96FC-4ADE-815B-41A636E34F1A}"/>
          </ac:spMkLst>
        </pc:spChg>
        <pc:spChg chg="add">
          <ac:chgData name="Wentao Wu" userId="f6d934c6-15b7-4b44-a59d-4f36b533e669" providerId="ADAL" clId="{7D550BB3-A900-4C43-87C7-2265C266FC92}" dt="2025-09-02T22:50:08.858" v="4977" actId="26606"/>
          <ac:spMkLst>
            <pc:docMk/>
            <pc:sldMk cId="3692677672" sldId="317"/>
            <ac:spMk id="15" creationId="{3FCFB1DE-0B7E-48CC-BA90-B2AB0889F9D6}"/>
          </ac:spMkLst>
        </pc:spChg>
        <pc:picChg chg="add mod">
          <ac:chgData name="Wentao Wu" userId="f6d934c6-15b7-4b44-a59d-4f36b533e669" providerId="ADAL" clId="{7D550BB3-A900-4C43-87C7-2265C266FC92}" dt="2025-09-02T22:50:42.766" v="4981" actId="1076"/>
          <ac:picMkLst>
            <pc:docMk/>
            <pc:sldMk cId="3692677672" sldId="317"/>
            <ac:picMk id="5" creationId="{BD4A8250-E227-0007-F1CC-213F15524407}"/>
          </ac:picMkLst>
        </pc:picChg>
      </pc:sldChg>
      <pc:sldChg chg="addSp delSp modSp mod modTransition delAnim modAnim modNotesTx">
        <pc:chgData name="Wentao Wu" userId="f6d934c6-15b7-4b44-a59d-4f36b533e669" providerId="ADAL" clId="{7D550BB3-A900-4C43-87C7-2265C266FC92}" dt="2025-09-02T23:47:51.686" v="5118"/>
        <pc:sldMkLst>
          <pc:docMk/>
          <pc:sldMk cId="3385645222" sldId="319"/>
        </pc:sldMkLst>
        <pc:spChg chg="mod topLvl">
          <ac:chgData name="Wentao Wu" userId="f6d934c6-15b7-4b44-a59d-4f36b533e669" providerId="ADAL" clId="{7D550BB3-A900-4C43-87C7-2265C266FC92}" dt="2025-09-02T23:39:32.985" v="5101" actId="1076"/>
          <ac:spMkLst>
            <pc:docMk/>
            <pc:sldMk cId="3385645222" sldId="319"/>
            <ac:spMk id="3" creationId="{031363C6-B8DA-E0D3-4C0F-C2B630A0F3F9}"/>
          </ac:spMkLst>
        </pc:spChg>
        <pc:spChg chg="topLvl">
          <ac:chgData name="Wentao Wu" userId="f6d934c6-15b7-4b44-a59d-4f36b533e669" providerId="ADAL" clId="{7D550BB3-A900-4C43-87C7-2265C266FC92}" dt="2025-09-02T23:39:42.527" v="5102" actId="165"/>
          <ac:spMkLst>
            <pc:docMk/>
            <pc:sldMk cId="3385645222" sldId="319"/>
            <ac:spMk id="32" creationId="{9C2FA440-469E-33A2-EA37-20F6ABFCDF0E}"/>
          </ac:spMkLst>
        </pc:spChg>
        <pc:spChg chg="mod topLvl">
          <ac:chgData name="Wentao Wu" userId="f6d934c6-15b7-4b44-a59d-4f36b533e669" providerId="ADAL" clId="{7D550BB3-A900-4C43-87C7-2265C266FC92}" dt="2025-09-02T23:39:42.527" v="5102" actId="165"/>
          <ac:spMkLst>
            <pc:docMk/>
            <pc:sldMk cId="3385645222" sldId="319"/>
            <ac:spMk id="33" creationId="{3065FE9C-6413-B4F2-8376-9161F67DDB7C}"/>
          </ac:spMkLst>
        </pc:spChg>
        <pc:spChg chg="topLvl">
          <ac:chgData name="Wentao Wu" userId="f6d934c6-15b7-4b44-a59d-4f36b533e669" providerId="ADAL" clId="{7D550BB3-A900-4C43-87C7-2265C266FC92}" dt="2025-09-02T23:39:42.527" v="5102" actId="165"/>
          <ac:spMkLst>
            <pc:docMk/>
            <pc:sldMk cId="3385645222" sldId="319"/>
            <ac:spMk id="34" creationId="{7D414F7C-544E-FC44-165F-DFF51E81D08C}"/>
          </ac:spMkLst>
        </pc:spChg>
        <pc:spChg chg="topLvl">
          <ac:chgData name="Wentao Wu" userId="f6d934c6-15b7-4b44-a59d-4f36b533e669" providerId="ADAL" clId="{7D550BB3-A900-4C43-87C7-2265C266FC92}" dt="2025-09-02T23:39:49.486" v="5103" actId="165"/>
          <ac:spMkLst>
            <pc:docMk/>
            <pc:sldMk cId="3385645222" sldId="319"/>
            <ac:spMk id="36" creationId="{ECB7F7FA-1FAC-0099-7950-5D5FB3D062C8}"/>
          </ac:spMkLst>
        </pc:spChg>
        <pc:spChg chg="topLvl">
          <ac:chgData name="Wentao Wu" userId="f6d934c6-15b7-4b44-a59d-4f36b533e669" providerId="ADAL" clId="{7D550BB3-A900-4C43-87C7-2265C266FC92}" dt="2025-09-02T23:39:49.486" v="5103" actId="165"/>
          <ac:spMkLst>
            <pc:docMk/>
            <pc:sldMk cId="3385645222" sldId="319"/>
            <ac:spMk id="37" creationId="{12D0F522-D226-5750-D9CA-3AF8833DA9CF}"/>
          </ac:spMkLst>
        </pc:spChg>
        <pc:spChg chg="topLvl">
          <ac:chgData name="Wentao Wu" userId="f6d934c6-15b7-4b44-a59d-4f36b533e669" providerId="ADAL" clId="{7D550BB3-A900-4C43-87C7-2265C266FC92}" dt="2025-09-02T23:39:49.486" v="5103" actId="165"/>
          <ac:spMkLst>
            <pc:docMk/>
            <pc:sldMk cId="3385645222" sldId="319"/>
            <ac:spMk id="38" creationId="{476C828D-6271-B8BC-3FED-9F6CEAD9162E}"/>
          </ac:spMkLst>
        </pc:spChg>
        <pc:spChg chg="mod topLvl">
          <ac:chgData name="Wentao Wu" userId="f6d934c6-15b7-4b44-a59d-4f36b533e669" providerId="ADAL" clId="{7D550BB3-A900-4C43-87C7-2265C266FC92}" dt="2025-09-02T23:39:49.486" v="5103" actId="165"/>
          <ac:spMkLst>
            <pc:docMk/>
            <pc:sldMk cId="3385645222" sldId="319"/>
            <ac:spMk id="39" creationId="{6393AABE-1E4C-97BE-6C4A-90F2240B5E23}"/>
          </ac:spMkLst>
        </pc:spChg>
        <pc:spChg chg="topLvl">
          <ac:chgData name="Wentao Wu" userId="f6d934c6-15b7-4b44-a59d-4f36b533e669" providerId="ADAL" clId="{7D550BB3-A900-4C43-87C7-2265C266FC92}" dt="2025-09-02T23:39:49.486" v="5103" actId="165"/>
          <ac:spMkLst>
            <pc:docMk/>
            <pc:sldMk cId="3385645222" sldId="319"/>
            <ac:spMk id="40" creationId="{2BAE35C3-7594-8104-F266-8FE2B21B4EC2}"/>
          </ac:spMkLst>
        </pc:spChg>
        <pc:spChg chg="topLvl">
          <ac:chgData name="Wentao Wu" userId="f6d934c6-15b7-4b44-a59d-4f36b533e669" providerId="ADAL" clId="{7D550BB3-A900-4C43-87C7-2265C266FC92}" dt="2025-09-02T23:40:27.103" v="5104" actId="165"/>
          <ac:spMkLst>
            <pc:docMk/>
            <pc:sldMk cId="3385645222" sldId="319"/>
            <ac:spMk id="43" creationId="{FA7BDA55-38CA-8AE0-5ED6-60F5E9646D78}"/>
          </ac:spMkLst>
        </pc:spChg>
        <pc:spChg chg="mod topLvl">
          <ac:chgData name="Wentao Wu" userId="f6d934c6-15b7-4b44-a59d-4f36b533e669" providerId="ADAL" clId="{7D550BB3-A900-4C43-87C7-2265C266FC92}" dt="2025-09-02T23:40:27.103" v="5104" actId="165"/>
          <ac:spMkLst>
            <pc:docMk/>
            <pc:sldMk cId="3385645222" sldId="319"/>
            <ac:spMk id="44" creationId="{B9A7B63F-2315-58AC-65E8-4732B794CC9C}"/>
          </ac:spMkLst>
        </pc:spChg>
        <pc:spChg chg="mod topLvl">
          <ac:chgData name="Wentao Wu" userId="f6d934c6-15b7-4b44-a59d-4f36b533e669" providerId="ADAL" clId="{7D550BB3-A900-4C43-87C7-2265C266FC92}" dt="2025-09-02T23:40:27.103" v="5104" actId="165"/>
          <ac:spMkLst>
            <pc:docMk/>
            <pc:sldMk cId="3385645222" sldId="319"/>
            <ac:spMk id="45" creationId="{EAB665C8-5D86-77B5-43DE-0DC0628698B6}"/>
          </ac:spMkLst>
        </pc:spChg>
        <pc:spChg chg="mod topLvl">
          <ac:chgData name="Wentao Wu" userId="f6d934c6-15b7-4b44-a59d-4f36b533e669" providerId="ADAL" clId="{7D550BB3-A900-4C43-87C7-2265C266FC92}" dt="2025-09-02T23:40:27.103" v="5104" actId="165"/>
          <ac:spMkLst>
            <pc:docMk/>
            <pc:sldMk cId="3385645222" sldId="319"/>
            <ac:spMk id="46" creationId="{63E460AE-6BEF-6911-9720-7401B36D5E84}"/>
          </ac:spMkLst>
        </pc:spChg>
        <pc:spChg chg="topLvl">
          <ac:chgData name="Wentao Wu" userId="f6d934c6-15b7-4b44-a59d-4f36b533e669" providerId="ADAL" clId="{7D550BB3-A900-4C43-87C7-2265C266FC92}" dt="2025-09-02T23:40:27.103" v="5104" actId="165"/>
          <ac:spMkLst>
            <pc:docMk/>
            <pc:sldMk cId="3385645222" sldId="319"/>
            <ac:spMk id="47" creationId="{7B8D2254-90F5-1FBB-11A7-B4F286425292}"/>
          </ac:spMkLst>
        </pc:spChg>
        <pc:spChg chg="mod topLvl">
          <ac:chgData name="Wentao Wu" userId="f6d934c6-15b7-4b44-a59d-4f36b533e669" providerId="ADAL" clId="{7D550BB3-A900-4C43-87C7-2265C266FC92}" dt="2025-09-02T23:40:27.103" v="5104" actId="165"/>
          <ac:spMkLst>
            <pc:docMk/>
            <pc:sldMk cId="3385645222" sldId="319"/>
            <ac:spMk id="48" creationId="{BBCEF8F1-D1FC-4CD2-3BF3-03F2619E1CEB}"/>
          </ac:spMkLst>
        </pc:spChg>
        <pc:spChg chg="mod">
          <ac:chgData name="Wentao Wu" userId="f6d934c6-15b7-4b44-a59d-4f36b533e669" providerId="ADAL" clId="{7D550BB3-A900-4C43-87C7-2265C266FC92}" dt="2025-09-02T23:36:18.863" v="5096"/>
          <ac:spMkLst>
            <pc:docMk/>
            <pc:sldMk cId="3385645222" sldId="319"/>
            <ac:spMk id="50" creationId="{DB134C57-E529-DC8D-C948-A7EA3FA8ED5F}"/>
          </ac:spMkLst>
        </pc:spChg>
        <pc:spChg chg="mod topLvl">
          <ac:chgData name="Wentao Wu" userId="f6d934c6-15b7-4b44-a59d-4f36b533e669" providerId="ADAL" clId="{7D550BB3-A900-4C43-87C7-2265C266FC92}" dt="2025-09-02T23:41:37.519" v="5105" actId="165"/>
          <ac:spMkLst>
            <pc:docMk/>
            <pc:sldMk cId="3385645222" sldId="319"/>
            <ac:spMk id="52" creationId="{CDCD4E1C-B708-4E85-3B5E-3E716CBF9418}"/>
          </ac:spMkLst>
        </pc:spChg>
        <pc:spChg chg="mod topLvl">
          <ac:chgData name="Wentao Wu" userId="f6d934c6-15b7-4b44-a59d-4f36b533e669" providerId="ADAL" clId="{7D550BB3-A900-4C43-87C7-2265C266FC92}" dt="2025-09-02T23:41:37.519" v="5105" actId="165"/>
          <ac:spMkLst>
            <pc:docMk/>
            <pc:sldMk cId="3385645222" sldId="319"/>
            <ac:spMk id="53" creationId="{7BC50C92-526C-74CB-1AF0-2E6A5A4FE57B}"/>
          </ac:spMkLst>
        </pc:spChg>
        <pc:spChg chg="topLvl">
          <ac:chgData name="Wentao Wu" userId="f6d934c6-15b7-4b44-a59d-4f36b533e669" providerId="ADAL" clId="{7D550BB3-A900-4C43-87C7-2265C266FC92}" dt="2025-09-02T23:41:48.738" v="5106" actId="165"/>
          <ac:spMkLst>
            <pc:docMk/>
            <pc:sldMk cId="3385645222" sldId="319"/>
            <ac:spMk id="54" creationId="{C0381ECD-D228-71EF-540D-2E16F9A5B293}"/>
          </ac:spMkLst>
        </pc:spChg>
        <pc:spChg chg="mod topLvl">
          <ac:chgData name="Wentao Wu" userId="f6d934c6-15b7-4b44-a59d-4f36b533e669" providerId="ADAL" clId="{7D550BB3-A900-4C43-87C7-2265C266FC92}" dt="2025-09-02T23:41:48.738" v="5106" actId="165"/>
          <ac:spMkLst>
            <pc:docMk/>
            <pc:sldMk cId="3385645222" sldId="319"/>
            <ac:spMk id="55" creationId="{11959E61-9DB5-42E4-D1B3-9C3CEAD89431}"/>
          </ac:spMkLst>
        </pc:spChg>
        <pc:spChg chg="topLvl">
          <ac:chgData name="Wentao Wu" userId="f6d934c6-15b7-4b44-a59d-4f36b533e669" providerId="ADAL" clId="{7D550BB3-A900-4C43-87C7-2265C266FC92}" dt="2025-09-02T23:41:48.738" v="5106" actId="165"/>
          <ac:spMkLst>
            <pc:docMk/>
            <pc:sldMk cId="3385645222" sldId="319"/>
            <ac:spMk id="56" creationId="{0E4F1EDE-39B5-2A52-B8D5-7ACB5F0D570E}"/>
          </ac:spMkLst>
        </pc:spChg>
        <pc:grpChg chg="topLvl">
          <ac:chgData name="Wentao Wu" userId="f6d934c6-15b7-4b44-a59d-4f36b533e669" providerId="ADAL" clId="{7D550BB3-A900-4C43-87C7-2265C266FC92}" dt="2025-09-02T23:40:27.103" v="5104" actId="165"/>
          <ac:grpSpMkLst>
            <pc:docMk/>
            <pc:sldMk cId="3385645222" sldId="319"/>
            <ac:grpSpMk id="42" creationId="{39627677-EFFC-CA3F-1B0C-159E27928170}"/>
          </ac:grpSpMkLst>
        </pc:grpChg>
        <pc:grpChg chg="add">
          <ac:chgData name="Wentao Wu" userId="f6d934c6-15b7-4b44-a59d-4f36b533e669" providerId="ADAL" clId="{7D550BB3-A900-4C43-87C7-2265C266FC92}" dt="2025-09-02T23:43:26.375" v="5107" actId="164"/>
          <ac:grpSpMkLst>
            <pc:docMk/>
            <pc:sldMk cId="3385645222" sldId="319"/>
            <ac:grpSpMk id="57" creationId="{D76EDD30-95B4-3175-F4C4-933AF54F21AD}"/>
          </ac:grpSpMkLst>
        </pc:grpChg>
        <pc:grpChg chg="add">
          <ac:chgData name="Wentao Wu" userId="f6d934c6-15b7-4b44-a59d-4f36b533e669" providerId="ADAL" clId="{7D550BB3-A900-4C43-87C7-2265C266FC92}" dt="2025-09-02T23:44:07.490" v="5108" actId="164"/>
          <ac:grpSpMkLst>
            <pc:docMk/>
            <pc:sldMk cId="3385645222" sldId="319"/>
            <ac:grpSpMk id="58" creationId="{1C4A254C-C107-7437-1AEF-6370B50723B3}"/>
          </ac:grpSpMkLst>
        </pc:grpChg>
        <pc:grpChg chg="add">
          <ac:chgData name="Wentao Wu" userId="f6d934c6-15b7-4b44-a59d-4f36b533e669" providerId="ADAL" clId="{7D550BB3-A900-4C43-87C7-2265C266FC92}" dt="2025-09-02T23:44:30.694" v="5109" actId="164"/>
          <ac:grpSpMkLst>
            <pc:docMk/>
            <pc:sldMk cId="3385645222" sldId="319"/>
            <ac:grpSpMk id="59" creationId="{9CDE9E90-4C09-7C98-9736-55F089D7EEE0}"/>
          </ac:grpSpMkLst>
        </pc:grpChg>
        <pc:grpChg chg="add">
          <ac:chgData name="Wentao Wu" userId="f6d934c6-15b7-4b44-a59d-4f36b533e669" providerId="ADAL" clId="{7D550BB3-A900-4C43-87C7-2265C266FC92}" dt="2025-09-02T23:46:42.770" v="5114" actId="164"/>
          <ac:grpSpMkLst>
            <pc:docMk/>
            <pc:sldMk cId="3385645222" sldId="319"/>
            <ac:grpSpMk id="60" creationId="{E9691756-03BE-0792-4021-945137F22E34}"/>
          </ac:grpSpMkLst>
        </pc:grpChg>
        <pc:grpChg chg="add">
          <ac:chgData name="Wentao Wu" userId="f6d934c6-15b7-4b44-a59d-4f36b533e669" providerId="ADAL" clId="{7D550BB3-A900-4C43-87C7-2265C266FC92}" dt="2025-09-02T23:47:20.015" v="5116" actId="164"/>
          <ac:grpSpMkLst>
            <pc:docMk/>
            <pc:sldMk cId="3385645222" sldId="319"/>
            <ac:grpSpMk id="61" creationId="{68B9D91E-1E29-F30E-A131-C385DC2ED388}"/>
          </ac:grpSpMkLst>
        </pc:grpChg>
      </pc:sldChg>
      <pc:sldChg chg="modSp mod modTransition modAnim">
        <pc:chgData name="Wentao Wu" userId="f6d934c6-15b7-4b44-a59d-4f36b533e669" providerId="ADAL" clId="{7D550BB3-A900-4C43-87C7-2265C266FC92}" dt="2025-08-29T21:12:58.088" v="4970"/>
        <pc:sldMkLst>
          <pc:docMk/>
          <pc:sldMk cId="177021534" sldId="320"/>
        </pc:sldMkLst>
        <pc:spChg chg="mod">
          <ac:chgData name="Wentao Wu" userId="f6d934c6-15b7-4b44-a59d-4f36b533e669" providerId="ADAL" clId="{7D550BB3-A900-4C43-87C7-2265C266FC92}" dt="2025-08-28T01:56:00.921" v="2923" actId="20577"/>
          <ac:spMkLst>
            <pc:docMk/>
            <pc:sldMk cId="177021534" sldId="320"/>
            <ac:spMk id="3" creationId="{AB5C3FFA-084F-5F48-0717-1855D46C1A2D}"/>
          </ac:spMkLst>
        </pc:spChg>
        <pc:picChg chg="mod">
          <ac:chgData name="Wentao Wu" userId="f6d934c6-15b7-4b44-a59d-4f36b533e669" providerId="ADAL" clId="{7D550BB3-A900-4C43-87C7-2265C266FC92}" dt="2025-08-27T23:05:42.034" v="413" actId="1036"/>
          <ac:picMkLst>
            <pc:docMk/>
            <pc:sldMk cId="177021534" sldId="320"/>
            <ac:picMk id="5" creationId="{32DB0069-48BC-22C4-C3BE-E570F33182DE}"/>
          </ac:picMkLst>
        </pc:picChg>
      </pc:sldChg>
      <pc:sldChg chg="del">
        <pc:chgData name="Wentao Wu" userId="f6d934c6-15b7-4b44-a59d-4f36b533e669" providerId="ADAL" clId="{7D550BB3-A900-4C43-87C7-2265C266FC92}" dt="2025-08-27T22:42:52.812" v="50" actId="47"/>
        <pc:sldMkLst>
          <pc:docMk/>
          <pc:sldMk cId="1417616366" sldId="321"/>
        </pc:sldMkLst>
      </pc:sldChg>
      <pc:sldChg chg="del">
        <pc:chgData name="Wentao Wu" userId="f6d934c6-15b7-4b44-a59d-4f36b533e669" providerId="ADAL" clId="{7D550BB3-A900-4C43-87C7-2265C266FC92}" dt="2025-08-27T22:42:54.771" v="51" actId="47"/>
        <pc:sldMkLst>
          <pc:docMk/>
          <pc:sldMk cId="1873943398" sldId="322"/>
        </pc:sldMkLst>
      </pc:sldChg>
      <pc:sldChg chg="del">
        <pc:chgData name="Wentao Wu" userId="f6d934c6-15b7-4b44-a59d-4f36b533e669" providerId="ADAL" clId="{7D550BB3-A900-4C43-87C7-2265C266FC92}" dt="2025-08-27T22:43:01.869" v="52" actId="47"/>
        <pc:sldMkLst>
          <pc:docMk/>
          <pc:sldMk cId="549810743" sldId="323"/>
        </pc:sldMkLst>
      </pc:sldChg>
      <pc:sldChg chg="addSp delSp modSp mod modTransition delAnim modAnim">
        <pc:chgData name="Wentao Wu" userId="f6d934c6-15b7-4b44-a59d-4f36b533e669" providerId="ADAL" clId="{7D550BB3-A900-4C43-87C7-2265C266FC92}" dt="2025-09-03T11:21:48.664" v="6735" actId="207"/>
        <pc:sldMkLst>
          <pc:docMk/>
          <pc:sldMk cId="3675420056" sldId="324"/>
        </pc:sldMkLst>
        <pc:spChg chg="mod">
          <ac:chgData name="Wentao Wu" userId="f6d934c6-15b7-4b44-a59d-4f36b533e669" providerId="ADAL" clId="{7D550BB3-A900-4C43-87C7-2265C266FC92}" dt="2025-08-28T02:27:19.110" v="4217" actId="20577"/>
          <ac:spMkLst>
            <pc:docMk/>
            <pc:sldMk cId="3675420056" sldId="324"/>
            <ac:spMk id="2" creationId="{15AA09EA-B9BA-BA08-16AC-AC9C7F9E80F7}"/>
          </ac:spMkLst>
        </pc:spChg>
        <pc:spChg chg="add mod topLvl">
          <ac:chgData name="Wentao Wu" userId="f6d934c6-15b7-4b44-a59d-4f36b533e669" providerId="ADAL" clId="{7D550BB3-A900-4C43-87C7-2265C266FC92}" dt="2025-08-29T20:08:46.098" v="4920" actId="165"/>
          <ac:spMkLst>
            <pc:docMk/>
            <pc:sldMk cId="3675420056" sldId="324"/>
            <ac:spMk id="3" creationId="{2BB4B0E8-63E5-EBE6-F11C-996571146A7E}"/>
          </ac:spMkLst>
        </pc:spChg>
        <pc:spChg chg="add mod topLvl">
          <ac:chgData name="Wentao Wu" userId="f6d934c6-15b7-4b44-a59d-4f36b533e669" providerId="ADAL" clId="{7D550BB3-A900-4C43-87C7-2265C266FC92}" dt="2025-08-29T20:08:46.098" v="4920" actId="165"/>
          <ac:spMkLst>
            <pc:docMk/>
            <pc:sldMk cId="3675420056" sldId="324"/>
            <ac:spMk id="6" creationId="{3D3BB65E-2195-0AF9-7E8F-AC9A44B2B76A}"/>
          </ac:spMkLst>
        </pc:spChg>
        <pc:spChg chg="add mod topLvl">
          <ac:chgData name="Wentao Wu" userId="f6d934c6-15b7-4b44-a59d-4f36b533e669" providerId="ADAL" clId="{7D550BB3-A900-4C43-87C7-2265C266FC92}" dt="2025-08-29T20:08:46.098" v="4920" actId="165"/>
          <ac:spMkLst>
            <pc:docMk/>
            <pc:sldMk cId="3675420056" sldId="324"/>
            <ac:spMk id="9" creationId="{AD07512F-06F6-7FBB-313B-2F7BB0550007}"/>
          </ac:spMkLst>
        </pc:spChg>
        <pc:spChg chg="add mod topLvl">
          <ac:chgData name="Wentao Wu" userId="f6d934c6-15b7-4b44-a59d-4f36b533e669" providerId="ADAL" clId="{7D550BB3-A900-4C43-87C7-2265C266FC92}" dt="2025-08-29T20:09:35.887" v="4934" actId="1076"/>
          <ac:spMkLst>
            <pc:docMk/>
            <pc:sldMk cId="3675420056" sldId="324"/>
            <ac:spMk id="12" creationId="{D2798C3C-04A8-1DDF-68D9-3A314B7B20DD}"/>
          </ac:spMkLst>
        </pc:spChg>
        <pc:spChg chg="add mod topLvl">
          <ac:chgData name="Wentao Wu" userId="f6d934c6-15b7-4b44-a59d-4f36b533e669" providerId="ADAL" clId="{7D550BB3-A900-4C43-87C7-2265C266FC92}" dt="2025-08-29T20:08:46.098" v="4920" actId="165"/>
          <ac:spMkLst>
            <pc:docMk/>
            <pc:sldMk cId="3675420056" sldId="324"/>
            <ac:spMk id="13" creationId="{CAD05DD8-251C-C0FE-BA9A-4564A080B95D}"/>
          </ac:spMkLst>
        </pc:spChg>
        <pc:spChg chg="add mod">
          <ac:chgData name="Wentao Wu" userId="f6d934c6-15b7-4b44-a59d-4f36b533e669" providerId="ADAL" clId="{7D550BB3-A900-4C43-87C7-2265C266FC92}" dt="2025-09-03T11:21:48.664" v="6735" actId="207"/>
          <ac:spMkLst>
            <pc:docMk/>
            <pc:sldMk cId="3675420056" sldId="324"/>
            <ac:spMk id="16" creationId="{3F00B07A-9AFE-4B2A-6F1B-FB3D05641299}"/>
          </ac:spMkLst>
        </pc:spChg>
        <pc:spChg chg="add mod topLvl">
          <ac:chgData name="Wentao Wu" userId="f6d934c6-15b7-4b44-a59d-4f36b533e669" providerId="ADAL" clId="{7D550BB3-A900-4C43-87C7-2265C266FC92}" dt="2025-08-29T20:08:46.098" v="4920" actId="165"/>
          <ac:spMkLst>
            <pc:docMk/>
            <pc:sldMk cId="3675420056" sldId="324"/>
            <ac:spMk id="23" creationId="{E3D4D6B4-B439-EAB3-C8BB-56ACBF2091D1}"/>
          </ac:spMkLst>
        </pc:spChg>
        <pc:grpChg chg="add">
          <ac:chgData name="Wentao Wu" userId="f6d934c6-15b7-4b44-a59d-4f36b533e669" providerId="ADAL" clId="{7D550BB3-A900-4C43-87C7-2265C266FC92}" dt="2025-08-29T20:08:54.216" v="4921" actId="164"/>
          <ac:grpSpMkLst>
            <pc:docMk/>
            <pc:sldMk cId="3675420056" sldId="324"/>
            <ac:grpSpMk id="5" creationId="{122A259B-93D1-5AEE-BDA3-F3FF96659632}"/>
          </ac:grpSpMkLst>
        </pc:grpChg>
        <pc:grpChg chg="add">
          <ac:chgData name="Wentao Wu" userId="f6d934c6-15b7-4b44-a59d-4f36b533e669" providerId="ADAL" clId="{7D550BB3-A900-4C43-87C7-2265C266FC92}" dt="2025-08-29T20:08:59.726" v="4922" actId="164"/>
          <ac:grpSpMkLst>
            <pc:docMk/>
            <pc:sldMk cId="3675420056" sldId="324"/>
            <ac:grpSpMk id="7" creationId="{44637F03-D437-032B-8CBC-D9F8B28C34FF}"/>
          </ac:grpSpMkLst>
        </pc:grpChg>
        <pc:grpChg chg="add mod">
          <ac:chgData name="Wentao Wu" userId="f6d934c6-15b7-4b44-a59d-4f36b533e669" providerId="ADAL" clId="{7D550BB3-A900-4C43-87C7-2265C266FC92}" dt="2025-08-29T20:09:20.806" v="4928" actId="20577"/>
          <ac:grpSpMkLst>
            <pc:docMk/>
            <pc:sldMk cId="3675420056" sldId="324"/>
            <ac:grpSpMk id="19" creationId="{C6E7C0AF-E3D9-AC62-8731-1C4A8682DB09}"/>
          </ac:grpSpMkLst>
        </pc:grpChg>
        <pc:picChg chg="mod topLvl">
          <ac:chgData name="Wentao Wu" userId="f6d934c6-15b7-4b44-a59d-4f36b533e669" providerId="ADAL" clId="{7D550BB3-A900-4C43-87C7-2265C266FC92}" dt="2025-08-29T20:09:20.806" v="4928" actId="20577"/>
          <ac:picMkLst>
            <pc:docMk/>
            <pc:sldMk cId="3675420056" sldId="324"/>
            <ac:picMk id="46" creationId="{59556921-C618-C871-5F4E-3DE627AD26FB}"/>
          </ac:picMkLst>
        </pc:picChg>
      </pc:sldChg>
      <pc:sldChg chg="addSp delSp modSp mod modTransition delAnim modAnim modNotesTx">
        <pc:chgData name="Wentao Wu" userId="f6d934c6-15b7-4b44-a59d-4f36b533e669" providerId="ADAL" clId="{7D550BB3-A900-4C43-87C7-2265C266FC92}" dt="2025-09-02T23:22:13.730" v="5090" actId="1035"/>
        <pc:sldMkLst>
          <pc:docMk/>
          <pc:sldMk cId="3861969301" sldId="325"/>
        </pc:sldMkLst>
        <pc:spChg chg="mod">
          <ac:chgData name="Wentao Wu" userId="f6d934c6-15b7-4b44-a59d-4f36b533e669" providerId="ADAL" clId="{7D550BB3-A900-4C43-87C7-2265C266FC92}" dt="2025-09-02T23:17:51.172" v="5005" actId="1076"/>
          <ac:spMkLst>
            <pc:docMk/>
            <pc:sldMk cId="3861969301" sldId="325"/>
            <ac:spMk id="2" creationId="{4C33D7E4-A233-E618-5AB5-7239CEBD4B41}"/>
          </ac:spMkLst>
        </pc:spChg>
        <pc:spChg chg="mod topLvl">
          <ac:chgData name="Wentao Wu" userId="f6d934c6-15b7-4b44-a59d-4f36b533e669" providerId="ADAL" clId="{7D550BB3-A900-4C43-87C7-2265C266FC92}" dt="2025-09-02T23:21:17.186" v="5057" actId="255"/>
          <ac:spMkLst>
            <pc:docMk/>
            <pc:sldMk cId="3861969301" sldId="325"/>
            <ac:spMk id="15" creationId="{CE442126-E03C-A178-722E-05F7C1BA01A2}"/>
          </ac:spMkLst>
        </pc:spChg>
        <pc:spChg chg="mod topLvl">
          <ac:chgData name="Wentao Wu" userId="f6d934c6-15b7-4b44-a59d-4f36b533e669" providerId="ADAL" clId="{7D550BB3-A900-4C43-87C7-2265C266FC92}" dt="2025-09-02T23:21:05.754" v="5056" actId="14100"/>
          <ac:spMkLst>
            <pc:docMk/>
            <pc:sldMk cId="3861969301" sldId="325"/>
            <ac:spMk id="17" creationId="{D749C190-349E-9420-4C4B-725C5B14FB3D}"/>
          </ac:spMkLst>
        </pc:spChg>
        <pc:spChg chg="mod topLvl">
          <ac:chgData name="Wentao Wu" userId="f6d934c6-15b7-4b44-a59d-4f36b533e669" providerId="ADAL" clId="{7D550BB3-A900-4C43-87C7-2265C266FC92}" dt="2025-09-02T23:21:42.488" v="5066" actId="14100"/>
          <ac:spMkLst>
            <pc:docMk/>
            <pc:sldMk cId="3861969301" sldId="325"/>
            <ac:spMk id="19" creationId="{54AA8725-69B9-6F38-863A-78275950A483}"/>
          </ac:spMkLst>
        </pc:spChg>
        <pc:spChg chg="mod topLvl">
          <ac:chgData name="Wentao Wu" userId="f6d934c6-15b7-4b44-a59d-4f36b533e669" providerId="ADAL" clId="{7D550BB3-A900-4C43-87C7-2265C266FC92}" dt="2025-09-02T23:19:01.372" v="5008" actId="14100"/>
          <ac:spMkLst>
            <pc:docMk/>
            <pc:sldMk cId="3861969301" sldId="325"/>
            <ac:spMk id="20" creationId="{8FBA8ED2-4072-7E8B-660D-968FA5CBA27B}"/>
          </ac:spMkLst>
        </pc:spChg>
        <pc:spChg chg="topLvl">
          <ac:chgData name="Wentao Wu" userId="f6d934c6-15b7-4b44-a59d-4f36b533e669" providerId="ADAL" clId="{7D550BB3-A900-4C43-87C7-2265C266FC92}" dt="2025-09-02T22:51:54.135" v="4982" actId="165"/>
          <ac:spMkLst>
            <pc:docMk/>
            <pc:sldMk cId="3861969301" sldId="325"/>
            <ac:spMk id="28" creationId="{0544AD66-F4A7-01B5-1606-F541DCDD55D3}"/>
          </ac:spMkLst>
        </pc:spChg>
        <pc:spChg chg="mod topLvl">
          <ac:chgData name="Wentao Wu" userId="f6d934c6-15b7-4b44-a59d-4f36b533e669" providerId="ADAL" clId="{7D550BB3-A900-4C43-87C7-2265C266FC92}" dt="2025-09-02T23:22:02.023" v="5070" actId="1076"/>
          <ac:spMkLst>
            <pc:docMk/>
            <pc:sldMk cId="3861969301" sldId="325"/>
            <ac:spMk id="29" creationId="{6A132D43-052A-86CD-CF2F-8BE98D199D4E}"/>
          </ac:spMkLst>
        </pc:spChg>
        <pc:grpChg chg="add mod">
          <ac:chgData name="Wentao Wu" userId="f6d934c6-15b7-4b44-a59d-4f36b533e669" providerId="ADAL" clId="{7D550BB3-A900-4C43-87C7-2265C266FC92}" dt="2025-09-02T23:22:13.730" v="5090" actId="1035"/>
          <ac:grpSpMkLst>
            <pc:docMk/>
            <pc:sldMk cId="3861969301" sldId="325"/>
            <ac:grpSpMk id="3" creationId="{FC9A93E5-A874-5324-0975-743AAC4E06C4}"/>
          </ac:grpSpMkLst>
        </pc:grpChg>
        <pc:grpChg chg="add mod">
          <ac:chgData name="Wentao Wu" userId="f6d934c6-15b7-4b44-a59d-4f36b533e669" providerId="ADAL" clId="{7D550BB3-A900-4C43-87C7-2265C266FC92}" dt="2025-09-02T23:21:17.186" v="5057" actId="255"/>
          <ac:grpSpMkLst>
            <pc:docMk/>
            <pc:sldMk cId="3861969301" sldId="325"/>
            <ac:grpSpMk id="5" creationId="{A7D95B18-6F0B-1576-2A86-A5634B905325}"/>
          </ac:grpSpMkLst>
        </pc:grpChg>
        <pc:grpChg chg="add">
          <ac:chgData name="Wentao Wu" userId="f6d934c6-15b7-4b44-a59d-4f36b533e669" providerId="ADAL" clId="{7D550BB3-A900-4C43-87C7-2265C266FC92}" dt="2025-09-02T23:15:38.985" v="4988" actId="164"/>
          <ac:grpSpMkLst>
            <pc:docMk/>
            <pc:sldMk cId="3861969301" sldId="325"/>
            <ac:grpSpMk id="6" creationId="{C0BBC16A-AA19-9B4E-06ED-0C924A82EAAB}"/>
          </ac:grpSpMkLst>
        </pc:grpChg>
        <pc:grpChg chg="add mod">
          <ac:chgData name="Wentao Wu" userId="f6d934c6-15b7-4b44-a59d-4f36b533e669" providerId="ADAL" clId="{7D550BB3-A900-4C43-87C7-2265C266FC92}" dt="2025-09-02T23:22:13.730" v="5090" actId="1035"/>
          <ac:grpSpMkLst>
            <pc:docMk/>
            <pc:sldMk cId="3861969301" sldId="325"/>
            <ac:grpSpMk id="8" creationId="{9809AC72-3B50-42B6-079D-96A5FECC1DC2}"/>
          </ac:grpSpMkLst>
        </pc:grpChg>
        <pc:grpChg chg="add mod">
          <ac:chgData name="Wentao Wu" userId="f6d934c6-15b7-4b44-a59d-4f36b533e669" providerId="ADAL" clId="{7D550BB3-A900-4C43-87C7-2265C266FC92}" dt="2025-09-02T23:22:13.730" v="5090" actId="1035"/>
          <ac:grpSpMkLst>
            <pc:docMk/>
            <pc:sldMk cId="3861969301" sldId="325"/>
            <ac:grpSpMk id="10" creationId="{BBC1DD8B-3FFC-42F4-7E86-B9D71AD2AA64}"/>
          </ac:grpSpMkLst>
        </pc:grpChg>
        <pc:grpChg chg="topLvl">
          <ac:chgData name="Wentao Wu" userId="f6d934c6-15b7-4b44-a59d-4f36b533e669" providerId="ADAL" clId="{7D550BB3-A900-4C43-87C7-2265C266FC92}" dt="2025-09-02T22:54:30.913" v="4985" actId="165"/>
          <ac:grpSpMkLst>
            <pc:docMk/>
            <pc:sldMk cId="3861969301" sldId="325"/>
            <ac:grpSpMk id="14" creationId="{86B7BF05-A95C-7D79-B5CF-4DF501518757}"/>
          </ac:grpSpMkLst>
        </pc:grpChg>
        <pc:picChg chg="mod topLvl">
          <ac:chgData name="Wentao Wu" userId="f6d934c6-15b7-4b44-a59d-4f36b533e669" providerId="ADAL" clId="{7D550BB3-A900-4C43-87C7-2265C266FC92}" dt="2025-09-02T23:21:17.186" v="5057" actId="255"/>
          <ac:picMkLst>
            <pc:docMk/>
            <pc:sldMk cId="3861969301" sldId="325"/>
            <ac:picMk id="7" creationId="{6BDB2C6A-43C0-BCB9-CFAE-328B650D83E4}"/>
          </ac:picMkLst>
        </pc:picChg>
        <pc:picChg chg="mod topLvl">
          <ac:chgData name="Wentao Wu" userId="f6d934c6-15b7-4b44-a59d-4f36b533e669" providerId="ADAL" clId="{7D550BB3-A900-4C43-87C7-2265C266FC92}" dt="2025-09-02T23:19:58.181" v="5019" actId="14100"/>
          <ac:picMkLst>
            <pc:docMk/>
            <pc:sldMk cId="3861969301" sldId="325"/>
            <ac:picMk id="25" creationId="{7267EE55-6BF2-9C41-5634-1453B5ECE96A}"/>
          </ac:picMkLst>
        </pc:picChg>
        <pc:picChg chg="mod topLvl">
          <ac:chgData name="Wentao Wu" userId="f6d934c6-15b7-4b44-a59d-4f36b533e669" providerId="ADAL" clId="{7D550BB3-A900-4C43-87C7-2265C266FC92}" dt="2025-09-02T23:19:56.939" v="5018" actId="14100"/>
          <ac:picMkLst>
            <pc:docMk/>
            <pc:sldMk cId="3861969301" sldId="325"/>
            <ac:picMk id="26" creationId="{EABD53AE-7E57-3613-96FE-BD408D1183B4}"/>
          </ac:picMkLst>
        </pc:picChg>
        <pc:picChg chg="mod topLvl">
          <ac:chgData name="Wentao Wu" userId="f6d934c6-15b7-4b44-a59d-4f36b533e669" providerId="ADAL" clId="{7D550BB3-A900-4C43-87C7-2265C266FC92}" dt="2025-09-02T23:19:42.409" v="5015" actId="14100"/>
          <ac:picMkLst>
            <pc:docMk/>
            <pc:sldMk cId="3861969301" sldId="325"/>
            <ac:picMk id="27" creationId="{616A7011-D6D3-8A1A-34EE-8D194175DC2C}"/>
          </ac:picMkLst>
        </pc:picChg>
      </pc:sldChg>
      <pc:sldChg chg="del">
        <pc:chgData name="Wentao Wu" userId="f6d934c6-15b7-4b44-a59d-4f36b533e669" providerId="ADAL" clId="{7D550BB3-A900-4C43-87C7-2265C266FC92}" dt="2025-08-28T02:29:01.937" v="4265" actId="47"/>
        <pc:sldMkLst>
          <pc:docMk/>
          <pc:sldMk cId="2658529658" sldId="326"/>
        </pc:sldMkLst>
      </pc:sldChg>
      <pc:sldChg chg="addSp delSp modSp new mod modTransition delAnim modAnim">
        <pc:chgData name="Wentao Wu" userId="f6d934c6-15b7-4b44-a59d-4f36b533e669" providerId="ADAL" clId="{7D550BB3-A900-4C43-87C7-2265C266FC92}" dt="2025-09-02T23:51:24.200" v="5299" actId="1036"/>
        <pc:sldMkLst>
          <pc:docMk/>
          <pc:sldMk cId="4213648264" sldId="327"/>
        </pc:sldMkLst>
        <pc:spChg chg="mod">
          <ac:chgData name="Wentao Wu" userId="f6d934c6-15b7-4b44-a59d-4f36b533e669" providerId="ADAL" clId="{7D550BB3-A900-4C43-87C7-2265C266FC92}" dt="2025-08-27T22:58:35.853" v="249" actId="20577"/>
          <ac:spMkLst>
            <pc:docMk/>
            <pc:sldMk cId="4213648264" sldId="327"/>
            <ac:spMk id="2" creationId="{2B6BEDA9-E457-EAC0-E3C5-F4A30A6AADEC}"/>
          </ac:spMkLst>
        </pc:spChg>
        <pc:spChg chg="add mod">
          <ac:chgData name="Wentao Wu" userId="f6d934c6-15b7-4b44-a59d-4f36b533e669" providerId="ADAL" clId="{7D550BB3-A900-4C43-87C7-2265C266FC92}" dt="2025-08-27T22:57:56.192" v="236" actId="1076"/>
          <ac:spMkLst>
            <pc:docMk/>
            <pc:sldMk cId="4213648264" sldId="327"/>
            <ac:spMk id="6" creationId="{745168B8-DB9A-D25B-AF33-D3B350FAD9D9}"/>
          </ac:spMkLst>
        </pc:spChg>
        <pc:spChg chg="mod">
          <ac:chgData name="Wentao Wu" userId="f6d934c6-15b7-4b44-a59d-4f36b533e669" providerId="ADAL" clId="{7D550BB3-A900-4C43-87C7-2265C266FC92}" dt="2025-08-27T22:57:17.859" v="188" actId="1076"/>
          <ac:spMkLst>
            <pc:docMk/>
            <pc:sldMk cId="4213648264" sldId="327"/>
            <ac:spMk id="8" creationId="{0E21EC83-12F3-BAFD-DB68-8822C23DEEFD}"/>
          </ac:spMkLst>
        </pc:spChg>
        <pc:spChg chg="add mod">
          <ac:chgData name="Wentao Wu" userId="f6d934c6-15b7-4b44-a59d-4f36b533e669" providerId="ADAL" clId="{7D550BB3-A900-4C43-87C7-2265C266FC92}" dt="2025-09-02T23:51:03.535" v="5264" actId="14100"/>
          <ac:spMkLst>
            <pc:docMk/>
            <pc:sldMk cId="4213648264" sldId="327"/>
            <ac:spMk id="12" creationId="{4D33215B-3858-8418-6E66-CD5438613829}"/>
          </ac:spMkLst>
        </pc:spChg>
        <pc:spChg chg="mod">
          <ac:chgData name="Wentao Wu" userId="f6d934c6-15b7-4b44-a59d-4f36b533e669" providerId="ADAL" clId="{7D550BB3-A900-4C43-87C7-2265C266FC92}" dt="2025-09-02T23:51:10.007" v="5265" actId="14100"/>
          <ac:spMkLst>
            <pc:docMk/>
            <pc:sldMk cId="4213648264" sldId="327"/>
            <ac:spMk id="17" creationId="{2D5D5ABD-91E6-B181-02AF-41E7841890F9}"/>
          </ac:spMkLst>
        </pc:spChg>
        <pc:grpChg chg="add mod">
          <ac:chgData name="Wentao Wu" userId="f6d934c6-15b7-4b44-a59d-4f36b533e669" providerId="ADAL" clId="{7D550BB3-A900-4C43-87C7-2265C266FC92}" dt="2025-08-27T22:58:06.597" v="238" actId="1076"/>
          <ac:grpSpMkLst>
            <pc:docMk/>
            <pc:sldMk cId="4213648264" sldId="327"/>
            <ac:grpSpMk id="9" creationId="{8FF4641F-A717-33A9-EF9A-2D24FE81878F}"/>
          </ac:grpSpMkLst>
        </pc:grpChg>
        <pc:grpChg chg="add mod">
          <ac:chgData name="Wentao Wu" userId="f6d934c6-15b7-4b44-a59d-4f36b533e669" providerId="ADAL" clId="{7D550BB3-A900-4C43-87C7-2265C266FC92}" dt="2025-09-02T23:50:46.591" v="5237" actId="14100"/>
          <ac:grpSpMkLst>
            <pc:docMk/>
            <pc:sldMk cId="4213648264" sldId="327"/>
            <ac:grpSpMk id="13" creationId="{5F01FDF9-D8C6-BC7C-4E31-518CC86D71CE}"/>
          </ac:grpSpMkLst>
        </pc:grpChg>
        <pc:grpChg chg="mod topLvl">
          <ac:chgData name="Wentao Wu" userId="f6d934c6-15b7-4b44-a59d-4f36b533e669" providerId="ADAL" clId="{7D550BB3-A900-4C43-87C7-2265C266FC92}" dt="2025-08-27T22:56:08.455" v="170" actId="1076"/>
          <ac:grpSpMkLst>
            <pc:docMk/>
            <pc:sldMk cId="4213648264" sldId="327"/>
            <ac:grpSpMk id="18" creationId="{68D526B2-F83D-1057-3CA2-A408CBBBE038}"/>
          </ac:grpSpMkLst>
        </pc:grpChg>
        <pc:picChg chg="add mod">
          <ac:chgData name="Wentao Wu" userId="f6d934c6-15b7-4b44-a59d-4f36b533e669" providerId="ADAL" clId="{7D550BB3-A900-4C43-87C7-2265C266FC92}" dt="2025-08-27T22:57:06.916" v="182" actId="14100"/>
          <ac:picMkLst>
            <pc:docMk/>
            <pc:sldMk cId="4213648264" sldId="327"/>
            <ac:picMk id="5" creationId="{1AF3D19B-20E3-F4F2-B5B3-3AE374505F7D}"/>
          </ac:picMkLst>
        </pc:picChg>
        <pc:picChg chg="mod">
          <ac:chgData name="Wentao Wu" userId="f6d934c6-15b7-4b44-a59d-4f36b533e669" providerId="ADAL" clId="{7D550BB3-A900-4C43-87C7-2265C266FC92}" dt="2025-08-27T22:47:16.365" v="117"/>
          <ac:picMkLst>
            <pc:docMk/>
            <pc:sldMk cId="4213648264" sldId="327"/>
            <ac:picMk id="7" creationId="{3E88FBFE-0AEE-FE01-6D23-8385F67AA546}"/>
          </ac:picMkLst>
        </pc:picChg>
        <pc:cxnChg chg="add mod">
          <ac:chgData name="Wentao Wu" userId="f6d934c6-15b7-4b44-a59d-4f36b533e669" providerId="ADAL" clId="{7D550BB3-A900-4C43-87C7-2265C266FC92}" dt="2025-09-02T23:50:04.997" v="5235" actId="1036"/>
          <ac:cxnSpMkLst>
            <pc:docMk/>
            <pc:sldMk cId="4213648264" sldId="327"/>
            <ac:cxnSpMk id="3" creationId="{74016925-5E81-BF73-B81A-E927F19E127C}"/>
          </ac:cxnSpMkLst>
        </pc:cxnChg>
        <pc:cxnChg chg="mod">
          <ac:chgData name="Wentao Wu" userId="f6d934c6-15b7-4b44-a59d-4f36b533e669" providerId="ADAL" clId="{7D550BB3-A900-4C43-87C7-2265C266FC92}" dt="2025-08-27T22:47:16.365" v="117"/>
          <ac:cxnSpMkLst>
            <pc:docMk/>
            <pc:sldMk cId="4213648264" sldId="327"/>
            <ac:cxnSpMk id="10" creationId="{4BEE7C77-CF26-3512-2BB2-16AC18F17DBD}"/>
          </ac:cxnSpMkLst>
        </pc:cxnChg>
        <pc:cxnChg chg="add mod">
          <ac:chgData name="Wentao Wu" userId="f6d934c6-15b7-4b44-a59d-4f36b533e669" providerId="ADAL" clId="{7D550BB3-A900-4C43-87C7-2265C266FC92}" dt="2025-09-02T23:51:24.200" v="5299" actId="1036"/>
          <ac:cxnSpMkLst>
            <pc:docMk/>
            <pc:sldMk cId="4213648264" sldId="327"/>
            <ac:cxnSpMk id="11" creationId="{ACEC3633-8E73-705E-209C-4D75CD3AE4C0}"/>
          </ac:cxnSpMkLst>
        </pc:cxnChg>
        <pc:cxnChg chg="mod">
          <ac:chgData name="Wentao Wu" userId="f6d934c6-15b7-4b44-a59d-4f36b533e669" providerId="ADAL" clId="{7D550BB3-A900-4C43-87C7-2265C266FC92}" dt="2025-09-02T23:51:14.746" v="5271" actId="1035"/>
          <ac:cxnSpMkLst>
            <pc:docMk/>
            <pc:sldMk cId="4213648264" sldId="327"/>
            <ac:cxnSpMk id="15" creationId="{9835CA40-D780-5ED4-C1B5-0D73E3909650}"/>
          </ac:cxnSpMkLst>
        </pc:cxnChg>
      </pc:sldChg>
      <pc:sldChg chg="modSp new mod modTransition modAnim">
        <pc:chgData name="Wentao Wu" userId="f6d934c6-15b7-4b44-a59d-4f36b533e669" providerId="ADAL" clId="{7D550BB3-A900-4C43-87C7-2265C266FC92}" dt="2025-09-03T10:33:54.032" v="5652"/>
        <pc:sldMkLst>
          <pc:docMk/>
          <pc:sldMk cId="118559034" sldId="328"/>
        </pc:sldMkLst>
        <pc:spChg chg="mod">
          <ac:chgData name="Wentao Wu" userId="f6d934c6-15b7-4b44-a59d-4f36b533e669" providerId="ADAL" clId="{7D550BB3-A900-4C43-87C7-2265C266FC92}" dt="2025-09-02T23:53:04.832" v="5375" actId="20577"/>
          <ac:spMkLst>
            <pc:docMk/>
            <pc:sldMk cId="118559034" sldId="328"/>
            <ac:spMk id="2" creationId="{EF1C8706-3BA3-F7DD-4A41-46C5097CD763}"/>
          </ac:spMkLst>
        </pc:spChg>
        <pc:spChg chg="mod">
          <ac:chgData name="Wentao Wu" userId="f6d934c6-15b7-4b44-a59d-4f36b533e669" providerId="ADAL" clId="{7D550BB3-A900-4C43-87C7-2265C266FC92}" dt="2025-09-03T10:33:17.723" v="5650" actId="207"/>
          <ac:spMkLst>
            <pc:docMk/>
            <pc:sldMk cId="118559034" sldId="328"/>
            <ac:spMk id="3" creationId="{E3715BD7-CC50-9F8D-8C92-66C90399DA2A}"/>
          </ac:spMkLst>
        </pc:spChg>
      </pc:sldChg>
      <pc:sldChg chg="addSp delSp modSp new del mod">
        <pc:chgData name="Wentao Wu" userId="f6d934c6-15b7-4b44-a59d-4f36b533e669" providerId="ADAL" clId="{7D550BB3-A900-4C43-87C7-2265C266FC92}" dt="2025-08-27T23:07:37.878" v="436" actId="47"/>
        <pc:sldMkLst>
          <pc:docMk/>
          <pc:sldMk cId="3601899246" sldId="328"/>
        </pc:sldMkLst>
      </pc:sldChg>
      <pc:sldChg chg="modSp new mod modTransition modAnim">
        <pc:chgData name="Wentao Wu" userId="f6d934c6-15b7-4b44-a59d-4f36b533e669" providerId="ADAL" clId="{7D550BB3-A900-4C43-87C7-2265C266FC92}" dt="2025-09-03T10:59:50.756" v="5976" actId="1076"/>
        <pc:sldMkLst>
          <pc:docMk/>
          <pc:sldMk cId="1294927754" sldId="329"/>
        </pc:sldMkLst>
        <pc:spChg chg="mod">
          <ac:chgData name="Wentao Wu" userId="f6d934c6-15b7-4b44-a59d-4f36b533e669" providerId="ADAL" clId="{7D550BB3-A900-4C43-87C7-2265C266FC92}" dt="2025-08-28T01:13:07.764" v="1279" actId="20577"/>
          <ac:spMkLst>
            <pc:docMk/>
            <pc:sldMk cId="1294927754" sldId="329"/>
            <ac:spMk id="2" creationId="{0B22CB98-9BCF-4821-2D09-4DA71EEC62A2}"/>
          </ac:spMkLst>
        </pc:spChg>
        <pc:spChg chg="mod">
          <ac:chgData name="Wentao Wu" userId="f6d934c6-15b7-4b44-a59d-4f36b533e669" providerId="ADAL" clId="{7D550BB3-A900-4C43-87C7-2265C266FC92}" dt="2025-09-03T10:59:50.756" v="5976" actId="1076"/>
          <ac:spMkLst>
            <pc:docMk/>
            <pc:sldMk cId="1294927754" sldId="329"/>
            <ac:spMk id="3" creationId="{60F794B4-B630-9ABD-E42C-6F5F430D22A5}"/>
          </ac:spMkLst>
        </pc:spChg>
      </pc:sldChg>
      <pc:sldChg chg="addSp delSp modSp new mod modTransition setBg">
        <pc:chgData name="Wentao Wu" userId="f6d934c6-15b7-4b44-a59d-4f36b533e669" providerId="ADAL" clId="{7D550BB3-A900-4C43-87C7-2265C266FC92}" dt="2025-09-03T11:03:59.083" v="6089" actId="1076"/>
        <pc:sldMkLst>
          <pc:docMk/>
          <pc:sldMk cId="4011700637" sldId="330"/>
        </pc:sldMkLst>
        <pc:spChg chg="mod">
          <ac:chgData name="Wentao Wu" userId="f6d934c6-15b7-4b44-a59d-4f36b533e669" providerId="ADAL" clId="{7D550BB3-A900-4C43-87C7-2265C266FC92}" dt="2025-09-03T11:00:51.291" v="5980" actId="26606"/>
          <ac:spMkLst>
            <pc:docMk/>
            <pc:sldMk cId="4011700637" sldId="330"/>
            <ac:spMk id="2" creationId="{BC902A15-2962-3646-6FA9-8A79B14A8A90}"/>
          </ac:spMkLst>
        </pc:spChg>
        <pc:spChg chg="mod">
          <ac:chgData name="Wentao Wu" userId="f6d934c6-15b7-4b44-a59d-4f36b533e669" providerId="ADAL" clId="{7D550BB3-A900-4C43-87C7-2265C266FC92}" dt="2025-09-03T11:03:56.765" v="6088" actId="1076"/>
          <ac:spMkLst>
            <pc:docMk/>
            <pc:sldMk cId="4011700637" sldId="330"/>
            <ac:spMk id="3" creationId="{68664659-603A-6349-41F8-C5BEBF2A801B}"/>
          </ac:spMkLst>
        </pc:spChg>
        <pc:spChg chg="mod ord">
          <ac:chgData name="Wentao Wu" userId="f6d934c6-15b7-4b44-a59d-4f36b533e669" providerId="ADAL" clId="{7D550BB3-A900-4C43-87C7-2265C266FC92}" dt="2025-09-03T11:00:51.291" v="5980" actId="26606"/>
          <ac:spMkLst>
            <pc:docMk/>
            <pc:sldMk cId="4011700637" sldId="330"/>
            <ac:spMk id="4" creationId="{780ED521-5B5D-6270-8798-6A115EF851A5}"/>
          </ac:spMkLst>
        </pc:spChg>
        <pc:spChg chg="add del">
          <ac:chgData name="Wentao Wu" userId="f6d934c6-15b7-4b44-a59d-4f36b533e669" providerId="ADAL" clId="{7D550BB3-A900-4C43-87C7-2265C266FC92}" dt="2025-09-03T11:00:51.291" v="5980" actId="26606"/>
          <ac:spMkLst>
            <pc:docMk/>
            <pc:sldMk cId="4011700637" sldId="330"/>
            <ac:spMk id="10" creationId="{7FF47CB7-972F-479F-A36D-9E72D26EC8DA}"/>
          </ac:spMkLst>
        </pc:spChg>
        <pc:spChg chg="add del">
          <ac:chgData name="Wentao Wu" userId="f6d934c6-15b7-4b44-a59d-4f36b533e669" providerId="ADAL" clId="{7D550BB3-A900-4C43-87C7-2265C266FC92}" dt="2025-09-03T11:00:51.291" v="5980" actId="26606"/>
          <ac:spMkLst>
            <pc:docMk/>
            <pc:sldMk cId="4011700637" sldId="330"/>
            <ac:spMk id="12" creationId="{0D153B68-5844-490D-8E67-F616D6D721CA}"/>
          </ac:spMkLst>
        </pc:spChg>
        <pc:spChg chg="add del">
          <ac:chgData name="Wentao Wu" userId="f6d934c6-15b7-4b44-a59d-4f36b533e669" providerId="ADAL" clId="{7D550BB3-A900-4C43-87C7-2265C266FC92}" dt="2025-09-03T11:00:51.291" v="5980" actId="26606"/>
          <ac:spMkLst>
            <pc:docMk/>
            <pc:sldMk cId="4011700637" sldId="330"/>
            <ac:spMk id="14" creationId="{9A0D773F-7A7D-4DBB-9DEA-86BB8B8F4BC8}"/>
          </ac:spMkLst>
        </pc:spChg>
        <pc:picChg chg="add mod">
          <ac:chgData name="Wentao Wu" userId="f6d934c6-15b7-4b44-a59d-4f36b533e669" providerId="ADAL" clId="{7D550BB3-A900-4C43-87C7-2265C266FC92}" dt="2025-09-03T11:03:59.083" v="6089" actId="1076"/>
          <ac:picMkLst>
            <pc:docMk/>
            <pc:sldMk cId="4011700637" sldId="330"/>
            <ac:picMk id="5" creationId="{906D550B-C7BF-20EB-9F2C-03B6CE7F6720}"/>
          </ac:picMkLst>
        </pc:picChg>
      </pc:sldChg>
      <pc:sldChg chg="modSp new mod modTransition modAnim">
        <pc:chgData name="Wentao Wu" userId="f6d934c6-15b7-4b44-a59d-4f36b533e669" providerId="ADAL" clId="{7D550BB3-A900-4C43-87C7-2265C266FC92}" dt="2025-09-04T09:19:33.793" v="8082" actId="207"/>
        <pc:sldMkLst>
          <pc:docMk/>
          <pc:sldMk cId="481142030" sldId="331"/>
        </pc:sldMkLst>
        <pc:spChg chg="mod">
          <ac:chgData name="Wentao Wu" userId="f6d934c6-15b7-4b44-a59d-4f36b533e669" providerId="ADAL" clId="{7D550BB3-A900-4C43-87C7-2265C266FC92}" dt="2025-08-28T01:50:20.643" v="2431" actId="20577"/>
          <ac:spMkLst>
            <pc:docMk/>
            <pc:sldMk cId="481142030" sldId="331"/>
            <ac:spMk id="2" creationId="{E2181BC5-DFDF-0715-7CB8-49B5256B9308}"/>
          </ac:spMkLst>
        </pc:spChg>
        <pc:spChg chg="mod">
          <ac:chgData name="Wentao Wu" userId="f6d934c6-15b7-4b44-a59d-4f36b533e669" providerId="ADAL" clId="{7D550BB3-A900-4C43-87C7-2265C266FC92}" dt="2025-09-04T09:19:33.793" v="8082" actId="207"/>
          <ac:spMkLst>
            <pc:docMk/>
            <pc:sldMk cId="481142030" sldId="331"/>
            <ac:spMk id="3" creationId="{61A6B6DD-EAC7-18D0-E4A5-092B33EDC945}"/>
          </ac:spMkLst>
        </pc:spChg>
      </pc:sldChg>
      <pc:sldChg chg="modSp new mod modTransition modAnim">
        <pc:chgData name="Wentao Wu" userId="f6d934c6-15b7-4b44-a59d-4f36b533e669" providerId="ADAL" clId="{7D550BB3-A900-4C43-87C7-2265C266FC92}" dt="2025-09-03T11:21:03.910" v="6733" actId="207"/>
        <pc:sldMkLst>
          <pc:docMk/>
          <pc:sldMk cId="1068514068" sldId="332"/>
        </pc:sldMkLst>
        <pc:spChg chg="mod">
          <ac:chgData name="Wentao Wu" userId="f6d934c6-15b7-4b44-a59d-4f36b533e669" providerId="ADAL" clId="{7D550BB3-A900-4C43-87C7-2265C266FC92}" dt="2025-08-28T01:59:27.242" v="3138" actId="20577"/>
          <ac:spMkLst>
            <pc:docMk/>
            <pc:sldMk cId="1068514068" sldId="332"/>
            <ac:spMk id="2" creationId="{F4C7C070-A8B2-DBDA-B2D5-99E0686B698D}"/>
          </ac:spMkLst>
        </pc:spChg>
        <pc:spChg chg="mod">
          <ac:chgData name="Wentao Wu" userId="f6d934c6-15b7-4b44-a59d-4f36b533e669" providerId="ADAL" clId="{7D550BB3-A900-4C43-87C7-2265C266FC92}" dt="2025-09-03T11:21:03.910" v="6733" actId="207"/>
          <ac:spMkLst>
            <pc:docMk/>
            <pc:sldMk cId="1068514068" sldId="332"/>
            <ac:spMk id="3" creationId="{B360FD4A-B042-6DE3-6902-64409A88557C}"/>
          </ac:spMkLst>
        </pc:spChg>
      </pc:sldChg>
      <pc:sldChg chg="addSp delSp modSp new mod modTransition">
        <pc:chgData name="Wentao Wu" userId="f6d934c6-15b7-4b44-a59d-4f36b533e669" providerId="ADAL" clId="{7D550BB3-A900-4C43-87C7-2265C266FC92}" dt="2025-09-03T11:31:14.190" v="7209" actId="1037"/>
        <pc:sldMkLst>
          <pc:docMk/>
          <pc:sldMk cId="384406690" sldId="333"/>
        </pc:sldMkLst>
        <pc:spChg chg="mod">
          <ac:chgData name="Wentao Wu" userId="f6d934c6-15b7-4b44-a59d-4f36b533e669" providerId="ADAL" clId="{7D550BB3-A900-4C43-87C7-2265C266FC92}" dt="2025-08-28T02:31:19.764" v="4348" actId="1076"/>
          <ac:spMkLst>
            <pc:docMk/>
            <pc:sldMk cId="384406690" sldId="333"/>
            <ac:spMk id="2" creationId="{61C38221-D19F-C3D1-F5CF-0D3C163F58E6}"/>
          </ac:spMkLst>
        </pc:spChg>
        <pc:spChg chg="add mod">
          <ac:chgData name="Wentao Wu" userId="f6d934c6-15b7-4b44-a59d-4f36b533e669" providerId="ADAL" clId="{7D550BB3-A900-4C43-87C7-2265C266FC92}" dt="2025-09-03T11:30:29.895" v="7157" actId="1038"/>
          <ac:spMkLst>
            <pc:docMk/>
            <pc:sldMk cId="384406690" sldId="333"/>
            <ac:spMk id="3" creationId="{87A3F76B-29AF-9FC2-2C03-C3700027B220}"/>
          </ac:spMkLst>
        </pc:spChg>
        <pc:spChg chg="add mod topLvl">
          <ac:chgData name="Wentao Wu" userId="f6d934c6-15b7-4b44-a59d-4f36b533e669" providerId="ADAL" clId="{7D550BB3-A900-4C43-87C7-2265C266FC92}" dt="2025-09-03T11:30:49.889" v="7171" actId="1038"/>
          <ac:spMkLst>
            <pc:docMk/>
            <pc:sldMk cId="384406690" sldId="333"/>
            <ac:spMk id="6" creationId="{97E3E01C-DCF0-B2A3-89AE-69445B2880DB}"/>
          </ac:spMkLst>
        </pc:spChg>
        <pc:spChg chg="add mod">
          <ac:chgData name="Wentao Wu" userId="f6d934c6-15b7-4b44-a59d-4f36b533e669" providerId="ADAL" clId="{7D550BB3-A900-4C43-87C7-2265C266FC92}" dt="2025-09-03T11:30:59.669" v="7190" actId="1037"/>
          <ac:spMkLst>
            <pc:docMk/>
            <pc:sldMk cId="384406690" sldId="333"/>
            <ac:spMk id="12" creationId="{23CE73C9-E11F-BC6D-B093-3952816A9449}"/>
          </ac:spMkLst>
        </pc:spChg>
        <pc:spChg chg="add mod">
          <ac:chgData name="Wentao Wu" userId="f6d934c6-15b7-4b44-a59d-4f36b533e669" providerId="ADAL" clId="{7D550BB3-A900-4C43-87C7-2265C266FC92}" dt="2025-09-03T11:30:22.163" v="7135" actId="1037"/>
          <ac:spMkLst>
            <pc:docMk/>
            <pc:sldMk cId="384406690" sldId="333"/>
            <ac:spMk id="14" creationId="{AA3B579B-6BD2-3FD2-EA40-4526D5494300}"/>
          </ac:spMkLst>
        </pc:spChg>
        <pc:grpChg chg="add mod">
          <ac:chgData name="Wentao Wu" userId="f6d934c6-15b7-4b44-a59d-4f36b533e669" providerId="ADAL" clId="{7D550BB3-A900-4C43-87C7-2265C266FC92}" dt="2025-09-03T11:31:14.190" v="7209" actId="1037"/>
          <ac:grpSpMkLst>
            <pc:docMk/>
            <pc:sldMk cId="384406690" sldId="333"/>
            <ac:grpSpMk id="5" creationId="{38C18DD4-2EBE-2FA7-3318-E88C6FCF807F}"/>
          </ac:grpSpMkLst>
        </pc:grpChg>
        <pc:grpChg chg="add mod">
          <ac:chgData name="Wentao Wu" userId="f6d934c6-15b7-4b44-a59d-4f36b533e669" providerId="ADAL" clId="{7D550BB3-A900-4C43-87C7-2265C266FC92}" dt="2025-08-28T02:34:32.972" v="4474" actId="1035"/>
          <ac:grpSpMkLst>
            <pc:docMk/>
            <pc:sldMk cId="384406690" sldId="333"/>
            <ac:grpSpMk id="13" creationId="{3BA191A4-1442-C239-FAA8-A3A2776C5D62}"/>
          </ac:grpSpMkLst>
        </pc:grpChg>
        <pc:grpChg chg="add mod">
          <ac:chgData name="Wentao Wu" userId="f6d934c6-15b7-4b44-a59d-4f36b533e669" providerId="ADAL" clId="{7D550BB3-A900-4C43-87C7-2265C266FC92}" dt="2025-09-03T11:29:56.506" v="7066" actId="1037"/>
          <ac:grpSpMkLst>
            <pc:docMk/>
            <pc:sldMk cId="384406690" sldId="333"/>
            <ac:grpSpMk id="15" creationId="{2BADB31E-2A71-8B9F-0A68-76A96C12BD24}"/>
          </ac:grpSpMkLst>
        </pc:grpChg>
        <pc:picChg chg="add mod topLvl">
          <ac:chgData name="Wentao Wu" userId="f6d934c6-15b7-4b44-a59d-4f36b533e669" providerId="ADAL" clId="{7D550BB3-A900-4C43-87C7-2265C266FC92}" dt="2025-08-28T02:31:54.103" v="4371" actId="1076"/>
          <ac:picMkLst>
            <pc:docMk/>
            <pc:sldMk cId="384406690" sldId="333"/>
            <ac:picMk id="7" creationId="{E45352D6-73D9-FC66-0FB3-E457DFA7BD48}"/>
          </ac:picMkLst>
        </pc:picChg>
        <pc:picChg chg="add mod topLvl">
          <ac:chgData name="Wentao Wu" userId="f6d934c6-15b7-4b44-a59d-4f36b533e669" providerId="ADAL" clId="{7D550BB3-A900-4C43-87C7-2265C266FC92}" dt="2025-08-28T02:32:35.042" v="4379" actId="14100"/>
          <ac:picMkLst>
            <pc:docMk/>
            <pc:sldMk cId="384406690" sldId="333"/>
            <ac:picMk id="8" creationId="{7E5C2D92-4C7F-6680-4165-171E7674C44A}"/>
          </ac:picMkLst>
        </pc:picChg>
        <pc:picChg chg="add mod topLvl">
          <ac:chgData name="Wentao Wu" userId="f6d934c6-15b7-4b44-a59d-4f36b533e669" providerId="ADAL" clId="{7D550BB3-A900-4C43-87C7-2265C266FC92}" dt="2025-08-28T02:32:59.365" v="4384" actId="14100"/>
          <ac:picMkLst>
            <pc:docMk/>
            <pc:sldMk cId="384406690" sldId="333"/>
            <ac:picMk id="9" creationId="{3C4F8AAB-8640-9232-0B81-4AA93F4BCD17}"/>
          </ac:picMkLst>
        </pc:picChg>
        <pc:picChg chg="add mod topLvl">
          <ac:chgData name="Wentao Wu" userId="f6d934c6-15b7-4b44-a59d-4f36b533e669" providerId="ADAL" clId="{7D550BB3-A900-4C43-87C7-2265C266FC92}" dt="2025-08-28T02:33:24.415" v="4388" actId="14100"/>
          <ac:picMkLst>
            <pc:docMk/>
            <pc:sldMk cId="384406690" sldId="333"/>
            <ac:picMk id="10" creationId="{6B30C1C2-9F62-F43A-AB97-77EFA5E9E52E}"/>
          </ac:picMkLst>
        </pc:picChg>
      </pc:sldChg>
      <pc:sldChg chg="modSp new mod modAnim">
        <pc:chgData name="Wentao Wu" userId="f6d934c6-15b7-4b44-a59d-4f36b533e669" providerId="ADAL" clId="{7D550BB3-A900-4C43-87C7-2265C266FC92}" dt="2025-09-03T11:44:39.556" v="8023" actId="207"/>
        <pc:sldMkLst>
          <pc:docMk/>
          <pc:sldMk cId="2311012066" sldId="334"/>
        </pc:sldMkLst>
        <pc:spChg chg="mod">
          <ac:chgData name="Wentao Wu" userId="f6d934c6-15b7-4b44-a59d-4f36b533e669" providerId="ADAL" clId="{7D550BB3-A900-4C43-87C7-2265C266FC92}" dt="2025-09-03T11:05:39.009" v="6127" actId="20577"/>
          <ac:spMkLst>
            <pc:docMk/>
            <pc:sldMk cId="2311012066" sldId="334"/>
            <ac:spMk id="2" creationId="{1A4472B0-E77E-4FA3-06A4-16CC8A511093}"/>
          </ac:spMkLst>
        </pc:spChg>
        <pc:spChg chg="mod">
          <ac:chgData name="Wentao Wu" userId="f6d934c6-15b7-4b44-a59d-4f36b533e669" providerId="ADAL" clId="{7D550BB3-A900-4C43-87C7-2265C266FC92}" dt="2025-09-03T11:44:39.556" v="8023" actId="207"/>
          <ac:spMkLst>
            <pc:docMk/>
            <pc:sldMk cId="2311012066" sldId="334"/>
            <ac:spMk id="3" creationId="{9E7C7806-9A79-E273-82FE-FCCA80BC9442}"/>
          </ac:spMkLst>
        </pc:spChg>
      </pc:sldChg>
      <pc:sldChg chg="modSp new mod modAnim">
        <pc:chgData name="Wentao Wu" userId="f6d934c6-15b7-4b44-a59d-4f36b533e669" providerId="ADAL" clId="{7D550BB3-A900-4C43-87C7-2265C266FC92}" dt="2025-09-03T11:37:44.881" v="7820"/>
        <pc:sldMkLst>
          <pc:docMk/>
          <pc:sldMk cId="1071576336" sldId="335"/>
        </pc:sldMkLst>
        <pc:spChg chg="mod">
          <ac:chgData name="Wentao Wu" userId="f6d934c6-15b7-4b44-a59d-4f36b533e669" providerId="ADAL" clId="{7D550BB3-A900-4C43-87C7-2265C266FC92}" dt="2025-09-03T11:31:21.595" v="7220" actId="20577"/>
          <ac:spMkLst>
            <pc:docMk/>
            <pc:sldMk cId="1071576336" sldId="335"/>
            <ac:spMk id="2" creationId="{2DA4531E-6297-8D61-1EA3-14BFEA5F2930}"/>
          </ac:spMkLst>
        </pc:spChg>
        <pc:spChg chg="mod">
          <ac:chgData name="Wentao Wu" userId="f6d934c6-15b7-4b44-a59d-4f36b533e669" providerId="ADAL" clId="{7D550BB3-A900-4C43-87C7-2265C266FC92}" dt="2025-09-03T11:37:22.002" v="7817" actId="207"/>
          <ac:spMkLst>
            <pc:docMk/>
            <pc:sldMk cId="1071576336" sldId="335"/>
            <ac:spMk id="3" creationId="{93A9B7A1-CADD-F161-AD41-97A1B66F7D4B}"/>
          </ac:spMkLst>
        </pc:spChg>
      </pc:sldChg>
      <pc:sldChg chg="modSp new mod">
        <pc:chgData name="Wentao Wu" userId="f6d934c6-15b7-4b44-a59d-4f36b533e669" providerId="ADAL" clId="{7D550BB3-A900-4C43-87C7-2265C266FC92}" dt="2025-09-03T11:31:53.907" v="7235" actId="20577"/>
        <pc:sldMkLst>
          <pc:docMk/>
          <pc:sldMk cId="2813615300" sldId="336"/>
        </pc:sldMkLst>
        <pc:spChg chg="mod">
          <ac:chgData name="Wentao Wu" userId="f6d934c6-15b7-4b44-a59d-4f36b533e669" providerId="ADAL" clId="{7D550BB3-A900-4C43-87C7-2265C266FC92}" dt="2025-09-03T11:31:53.907" v="7235" actId="20577"/>
          <ac:spMkLst>
            <pc:docMk/>
            <pc:sldMk cId="2813615300" sldId="336"/>
            <ac:spMk id="2" creationId="{A3A42281-DD85-3084-3906-7548FF1EBAE7}"/>
          </ac:spMkLst>
        </pc:spChg>
      </pc:sldChg>
    </pc:docChg>
  </pc:docChgLst>
  <pc:docChgLst>
    <pc:chgData name="Wentao Wu" userId="f6d934c6-15b7-4b44-a59d-4f36b533e669" providerId="ADAL" clId="{78BEE2BB-0B80-4E07-BF69-2B616B3CDAD5}"/>
    <pc:docChg chg="undo redo custSel addSld delSld modSld">
      <pc:chgData name="Wentao Wu" userId="f6d934c6-15b7-4b44-a59d-4f36b533e669" providerId="ADAL" clId="{78BEE2BB-0B80-4E07-BF69-2B616B3CDAD5}" dt="2024-05-17T22:15:58.500" v="3521" actId="1076"/>
      <pc:docMkLst>
        <pc:docMk/>
      </pc:docMkLst>
      <pc:sldChg chg="modSp mod">
        <pc:chgData name="Wentao Wu" userId="f6d934c6-15b7-4b44-a59d-4f36b533e669" providerId="ADAL" clId="{78BEE2BB-0B80-4E07-BF69-2B616B3CDAD5}" dt="2024-05-15T22:32:47.444" v="122"/>
        <pc:sldMkLst>
          <pc:docMk/>
          <pc:sldMk cId="1798602698" sldId="256"/>
        </pc:sldMkLst>
      </pc:sldChg>
      <pc:sldChg chg="del">
        <pc:chgData name="Wentao Wu" userId="f6d934c6-15b7-4b44-a59d-4f36b533e669" providerId="ADAL" clId="{78BEE2BB-0B80-4E07-BF69-2B616B3CDAD5}" dt="2024-05-15T22:34:00.263" v="138" actId="47"/>
        <pc:sldMkLst>
          <pc:docMk/>
          <pc:sldMk cId="790038625" sldId="259"/>
        </pc:sldMkLst>
      </pc:sldChg>
      <pc:sldChg chg="del">
        <pc:chgData name="Wentao Wu" userId="f6d934c6-15b7-4b44-a59d-4f36b533e669" providerId="ADAL" clId="{78BEE2BB-0B80-4E07-BF69-2B616B3CDAD5}" dt="2024-05-15T22:33:14.026" v="124" actId="47"/>
        <pc:sldMkLst>
          <pc:docMk/>
          <pc:sldMk cId="1777523650" sldId="260"/>
        </pc:sldMkLst>
      </pc:sldChg>
      <pc:sldChg chg="delSp del mod">
        <pc:chgData name="Wentao Wu" userId="f6d934c6-15b7-4b44-a59d-4f36b533e669" providerId="ADAL" clId="{78BEE2BB-0B80-4E07-BF69-2B616B3CDAD5}" dt="2024-05-16T05:20:20.851" v="993" actId="47"/>
        <pc:sldMkLst>
          <pc:docMk/>
          <pc:sldMk cId="3997049041" sldId="261"/>
        </pc:sldMkLst>
      </pc:sldChg>
      <pc:sldChg chg="del">
        <pc:chgData name="Wentao Wu" userId="f6d934c6-15b7-4b44-a59d-4f36b533e669" providerId="ADAL" clId="{78BEE2BB-0B80-4E07-BF69-2B616B3CDAD5}" dt="2024-05-15T22:33:25.993" v="125" actId="47"/>
        <pc:sldMkLst>
          <pc:docMk/>
          <pc:sldMk cId="491512620" sldId="262"/>
        </pc:sldMkLst>
      </pc:sldChg>
      <pc:sldChg chg="del">
        <pc:chgData name="Wentao Wu" userId="f6d934c6-15b7-4b44-a59d-4f36b533e669" providerId="ADAL" clId="{78BEE2BB-0B80-4E07-BF69-2B616B3CDAD5}" dt="2024-05-15T22:33:28.406" v="126" actId="47"/>
        <pc:sldMkLst>
          <pc:docMk/>
          <pc:sldMk cId="2772251484" sldId="263"/>
        </pc:sldMkLst>
      </pc:sldChg>
      <pc:sldChg chg="addSp delSp modSp mod modShow modNotesTx">
        <pc:chgData name="Wentao Wu" userId="f6d934c6-15b7-4b44-a59d-4f36b533e669" providerId="ADAL" clId="{78BEE2BB-0B80-4E07-BF69-2B616B3CDAD5}" dt="2024-05-17T07:38:05.661" v="2819" actId="729"/>
        <pc:sldMkLst>
          <pc:docMk/>
          <pc:sldMk cId="785910340" sldId="264"/>
        </pc:sldMkLst>
      </pc:sldChg>
      <pc:sldChg chg="addSp delSp modSp add del mod setBg delDesignElem">
        <pc:chgData name="Wentao Wu" userId="f6d934c6-15b7-4b44-a59d-4f36b533e669" providerId="ADAL" clId="{78BEE2BB-0B80-4E07-BF69-2B616B3CDAD5}" dt="2024-05-17T07:38:32.950" v="2848" actId="20577"/>
        <pc:sldMkLst>
          <pc:docMk/>
          <pc:sldMk cId="2863790069" sldId="265"/>
        </pc:sldMkLst>
      </pc:sldChg>
      <pc:sldChg chg="del">
        <pc:chgData name="Wentao Wu" userId="f6d934c6-15b7-4b44-a59d-4f36b533e669" providerId="ADAL" clId="{78BEE2BB-0B80-4E07-BF69-2B616B3CDAD5}" dt="2024-05-15T22:33:35.556" v="129" actId="47"/>
        <pc:sldMkLst>
          <pc:docMk/>
          <pc:sldMk cId="1547864001" sldId="266"/>
        </pc:sldMkLst>
      </pc:sldChg>
      <pc:sldChg chg="del">
        <pc:chgData name="Wentao Wu" userId="f6d934c6-15b7-4b44-a59d-4f36b533e669" providerId="ADAL" clId="{78BEE2BB-0B80-4E07-BF69-2B616B3CDAD5}" dt="2024-05-15T22:33:43.033" v="131" actId="47"/>
        <pc:sldMkLst>
          <pc:docMk/>
          <pc:sldMk cId="2741544658" sldId="268"/>
        </pc:sldMkLst>
      </pc:sldChg>
      <pc:sldChg chg="del">
        <pc:chgData name="Wentao Wu" userId="f6d934c6-15b7-4b44-a59d-4f36b533e669" providerId="ADAL" clId="{78BEE2BB-0B80-4E07-BF69-2B616B3CDAD5}" dt="2024-05-15T22:33:49.952" v="133" actId="47"/>
        <pc:sldMkLst>
          <pc:docMk/>
          <pc:sldMk cId="2601212763" sldId="269"/>
        </pc:sldMkLst>
      </pc:sldChg>
      <pc:sldChg chg="del">
        <pc:chgData name="Wentao Wu" userId="f6d934c6-15b7-4b44-a59d-4f36b533e669" providerId="ADAL" clId="{78BEE2BB-0B80-4E07-BF69-2B616B3CDAD5}" dt="2024-05-15T22:33:55.423" v="136" actId="47"/>
        <pc:sldMkLst>
          <pc:docMk/>
          <pc:sldMk cId="3841433401" sldId="270"/>
        </pc:sldMkLst>
      </pc:sldChg>
      <pc:sldChg chg="del">
        <pc:chgData name="Wentao Wu" userId="f6d934c6-15b7-4b44-a59d-4f36b533e669" providerId="ADAL" clId="{78BEE2BB-0B80-4E07-BF69-2B616B3CDAD5}" dt="2024-05-15T22:33:52.151" v="134" actId="47"/>
        <pc:sldMkLst>
          <pc:docMk/>
          <pc:sldMk cId="2250721891" sldId="271"/>
        </pc:sldMkLst>
      </pc:sldChg>
      <pc:sldChg chg="del">
        <pc:chgData name="Wentao Wu" userId="f6d934c6-15b7-4b44-a59d-4f36b533e669" providerId="ADAL" clId="{78BEE2BB-0B80-4E07-BF69-2B616B3CDAD5}" dt="2024-05-15T22:33:57.194" v="137" actId="47"/>
        <pc:sldMkLst>
          <pc:docMk/>
          <pc:sldMk cId="694691101" sldId="272"/>
        </pc:sldMkLst>
      </pc:sldChg>
      <pc:sldChg chg="del">
        <pc:chgData name="Wentao Wu" userId="f6d934c6-15b7-4b44-a59d-4f36b533e669" providerId="ADAL" clId="{78BEE2BB-0B80-4E07-BF69-2B616B3CDAD5}" dt="2024-05-15T22:33:34.228" v="128" actId="47"/>
        <pc:sldMkLst>
          <pc:docMk/>
          <pc:sldMk cId="1374068439" sldId="274"/>
        </pc:sldMkLst>
      </pc:sldChg>
      <pc:sldChg chg="del">
        <pc:chgData name="Wentao Wu" userId="f6d934c6-15b7-4b44-a59d-4f36b533e669" providerId="ADAL" clId="{78BEE2BB-0B80-4E07-BF69-2B616B3CDAD5}" dt="2024-05-15T22:33:37.918" v="130" actId="47"/>
        <pc:sldMkLst>
          <pc:docMk/>
          <pc:sldMk cId="1627915670" sldId="275"/>
        </pc:sldMkLst>
      </pc:sldChg>
      <pc:sldChg chg="del">
        <pc:chgData name="Wentao Wu" userId="f6d934c6-15b7-4b44-a59d-4f36b533e669" providerId="ADAL" clId="{78BEE2BB-0B80-4E07-BF69-2B616B3CDAD5}" dt="2024-05-15T22:33:47.138" v="132" actId="47"/>
        <pc:sldMkLst>
          <pc:docMk/>
          <pc:sldMk cId="2509270835" sldId="276"/>
        </pc:sldMkLst>
      </pc:sldChg>
      <pc:sldChg chg="del">
        <pc:chgData name="Wentao Wu" userId="f6d934c6-15b7-4b44-a59d-4f36b533e669" providerId="ADAL" clId="{78BEE2BB-0B80-4E07-BF69-2B616B3CDAD5}" dt="2024-05-15T22:33:54.197" v="135" actId="47"/>
        <pc:sldMkLst>
          <pc:docMk/>
          <pc:sldMk cId="4286875759" sldId="277"/>
        </pc:sldMkLst>
      </pc:sldChg>
      <pc:sldChg chg="del">
        <pc:chgData name="Wentao Wu" userId="f6d934c6-15b7-4b44-a59d-4f36b533e669" providerId="ADAL" clId="{78BEE2BB-0B80-4E07-BF69-2B616B3CDAD5}" dt="2024-05-15T22:33:01.133" v="123" actId="47"/>
        <pc:sldMkLst>
          <pc:docMk/>
          <pc:sldMk cId="921269178" sldId="278"/>
        </pc:sldMkLst>
      </pc:sldChg>
      <pc:sldChg chg="modSp mod">
        <pc:chgData name="Wentao Wu" userId="f6d934c6-15b7-4b44-a59d-4f36b533e669" providerId="ADAL" clId="{78BEE2BB-0B80-4E07-BF69-2B616B3CDAD5}" dt="2024-05-17T22:15:58.500" v="3521" actId="1076"/>
        <pc:sldMkLst>
          <pc:docMk/>
          <pc:sldMk cId="2050946181" sldId="279"/>
        </pc:sldMkLst>
      </pc:sldChg>
      <pc:sldChg chg="addSp delSp modSp new del mod">
        <pc:chgData name="Wentao Wu" userId="f6d934c6-15b7-4b44-a59d-4f36b533e669" providerId="ADAL" clId="{78BEE2BB-0B80-4E07-BF69-2B616B3CDAD5}" dt="2024-05-16T05:49:18.141" v="1326" actId="47"/>
        <pc:sldMkLst>
          <pc:docMk/>
          <pc:sldMk cId="4074020296" sldId="280"/>
        </pc:sldMkLst>
      </pc:sldChg>
      <pc:sldChg chg="modSp new del mod">
        <pc:chgData name="Wentao Wu" userId="f6d934c6-15b7-4b44-a59d-4f36b533e669" providerId="ADAL" clId="{78BEE2BB-0B80-4E07-BF69-2B616B3CDAD5}" dt="2024-05-15T22:51:09.065" v="242" actId="2696"/>
        <pc:sldMkLst>
          <pc:docMk/>
          <pc:sldMk cId="564686313" sldId="281"/>
        </pc:sldMkLst>
      </pc:sldChg>
      <pc:sldChg chg="addSp delSp modSp add mod setBg">
        <pc:chgData name="Wentao Wu" userId="f6d934c6-15b7-4b44-a59d-4f36b533e669" providerId="ADAL" clId="{78BEE2BB-0B80-4E07-BF69-2B616B3CDAD5}" dt="2024-05-17T21:58:19.633" v="3445" actId="20577"/>
        <pc:sldMkLst>
          <pc:docMk/>
          <pc:sldMk cId="2306676823" sldId="281"/>
        </pc:sldMkLst>
      </pc:sldChg>
      <pc:sldChg chg="addSp delSp modSp new mod setBg">
        <pc:chgData name="Wentao Wu" userId="f6d934c6-15b7-4b44-a59d-4f36b533e669" providerId="ADAL" clId="{78BEE2BB-0B80-4E07-BF69-2B616B3CDAD5}" dt="2024-05-16T05:50:18.970" v="1329" actId="26606"/>
        <pc:sldMkLst>
          <pc:docMk/>
          <pc:sldMk cId="2937627268" sldId="282"/>
        </pc:sldMkLst>
      </pc:sldChg>
      <pc:sldChg chg="addSp modSp new mod setBg">
        <pc:chgData name="Wentao Wu" userId="f6d934c6-15b7-4b44-a59d-4f36b533e669" providerId="ADAL" clId="{78BEE2BB-0B80-4E07-BF69-2B616B3CDAD5}" dt="2024-05-17T22:00:04.196" v="3520" actId="20577"/>
        <pc:sldMkLst>
          <pc:docMk/>
          <pc:sldMk cId="22668206" sldId="283"/>
        </pc:sldMkLst>
      </pc:sldChg>
      <pc:sldChg chg="modSp new mod">
        <pc:chgData name="Wentao Wu" userId="f6d934c6-15b7-4b44-a59d-4f36b533e669" providerId="ADAL" clId="{78BEE2BB-0B80-4E07-BF69-2B616B3CDAD5}" dt="2024-05-15T22:52:13.078" v="343" actId="20577"/>
        <pc:sldMkLst>
          <pc:docMk/>
          <pc:sldMk cId="453270804" sldId="284"/>
        </pc:sldMkLst>
      </pc:sldChg>
      <pc:sldChg chg="modSp new mod">
        <pc:chgData name="Wentao Wu" userId="f6d934c6-15b7-4b44-a59d-4f36b533e669" providerId="ADAL" clId="{78BEE2BB-0B80-4E07-BF69-2B616B3CDAD5}" dt="2024-05-15T22:53:02.020" v="423" actId="20577"/>
        <pc:sldMkLst>
          <pc:docMk/>
          <pc:sldMk cId="3543947054" sldId="285"/>
        </pc:sldMkLst>
      </pc:sldChg>
      <pc:sldChg chg="modSp new mod modShow">
        <pc:chgData name="Wentao Wu" userId="f6d934c6-15b7-4b44-a59d-4f36b533e669" providerId="ADAL" clId="{78BEE2BB-0B80-4E07-BF69-2B616B3CDAD5}" dt="2024-05-17T18:22:50.732" v="3393" actId="729"/>
        <pc:sldMkLst>
          <pc:docMk/>
          <pc:sldMk cId="366413369" sldId="286"/>
        </pc:sldMkLst>
      </pc:sldChg>
      <pc:sldChg chg="modSp new mod">
        <pc:chgData name="Wentao Wu" userId="f6d934c6-15b7-4b44-a59d-4f36b533e669" providerId="ADAL" clId="{78BEE2BB-0B80-4E07-BF69-2B616B3CDAD5}" dt="2024-05-17T06:35:29.278" v="2407" actId="1076"/>
        <pc:sldMkLst>
          <pc:docMk/>
          <pc:sldMk cId="818044159" sldId="287"/>
        </pc:sldMkLst>
      </pc:sldChg>
      <pc:sldChg chg="addSp delSp modSp new mod setBg modShow">
        <pc:chgData name="Wentao Wu" userId="f6d934c6-15b7-4b44-a59d-4f36b533e669" providerId="ADAL" clId="{78BEE2BB-0B80-4E07-BF69-2B616B3CDAD5}" dt="2024-05-17T07:37:59.466" v="2818" actId="729"/>
        <pc:sldMkLst>
          <pc:docMk/>
          <pc:sldMk cId="844536544" sldId="288"/>
        </pc:sldMkLst>
      </pc:sldChg>
      <pc:sldChg chg="addSp delSp modSp new mod setBg">
        <pc:chgData name="Wentao Wu" userId="f6d934c6-15b7-4b44-a59d-4f36b533e669" providerId="ADAL" clId="{78BEE2BB-0B80-4E07-BF69-2B616B3CDAD5}" dt="2024-05-17T07:39:49.979" v="2932" actId="20577"/>
        <pc:sldMkLst>
          <pc:docMk/>
          <pc:sldMk cId="2319643491" sldId="289"/>
        </pc:sldMkLst>
      </pc:sldChg>
      <pc:sldChg chg="addSp modSp new mod setBg">
        <pc:chgData name="Wentao Wu" userId="f6d934c6-15b7-4b44-a59d-4f36b533e669" providerId="ADAL" clId="{78BEE2BB-0B80-4E07-BF69-2B616B3CDAD5}" dt="2024-05-16T06:24:04.893" v="2294" actId="26606"/>
        <pc:sldMkLst>
          <pc:docMk/>
          <pc:sldMk cId="1957729842" sldId="290"/>
        </pc:sldMkLst>
      </pc:sldChg>
      <pc:sldChg chg="modSp new del mod">
        <pc:chgData name="Wentao Wu" userId="f6d934c6-15b7-4b44-a59d-4f36b533e669" providerId="ADAL" clId="{78BEE2BB-0B80-4E07-BF69-2B616B3CDAD5}" dt="2024-05-17T07:47:29.366" v="3133" actId="47"/>
        <pc:sldMkLst>
          <pc:docMk/>
          <pc:sldMk cId="438907147" sldId="293"/>
        </pc:sldMkLst>
      </pc:sldChg>
    </pc:docChg>
  </pc:docChgLst>
  <pc:docChgLst>
    <pc:chgData name="Wentao Wu" userId="825796278ed48a9e" providerId="LiveId" clId="{BE9BB9B1-F31D-4F9E-9361-A9A0E62ADE07}"/>
    <pc:docChg chg="undo custSel addSld delSld modSld">
      <pc:chgData name="Wentao Wu" userId="825796278ed48a9e" providerId="LiveId" clId="{BE9BB9B1-F31D-4F9E-9361-A9A0E62ADE07}" dt="2025-01-11T00:45:06.281" v="1661" actId="20577"/>
      <pc:docMkLst>
        <pc:docMk/>
      </pc:docMkLst>
      <pc:sldChg chg="del">
        <pc:chgData name="Wentao Wu" userId="825796278ed48a9e" providerId="LiveId" clId="{BE9BB9B1-F31D-4F9E-9361-A9A0E62ADE07}" dt="2025-01-10T22:46:19.862" v="0" actId="47"/>
        <pc:sldMkLst>
          <pc:docMk/>
          <pc:sldMk cId="1346895302" sldId="258"/>
        </pc:sldMkLst>
      </pc:sldChg>
      <pc:sldChg chg="del">
        <pc:chgData name="Wentao Wu" userId="825796278ed48a9e" providerId="LiveId" clId="{BE9BB9B1-F31D-4F9E-9361-A9A0E62ADE07}" dt="2025-01-10T22:46:19.862" v="0" actId="47"/>
        <pc:sldMkLst>
          <pc:docMk/>
          <pc:sldMk cId="2863790069" sldId="265"/>
        </pc:sldMkLst>
      </pc:sldChg>
      <pc:sldChg chg="del">
        <pc:chgData name="Wentao Wu" userId="825796278ed48a9e" providerId="LiveId" clId="{BE9BB9B1-F31D-4F9E-9361-A9A0E62ADE07}" dt="2025-01-10T22:46:25.747" v="1" actId="47"/>
        <pc:sldMkLst>
          <pc:docMk/>
          <pc:sldMk cId="3013138524" sldId="281"/>
        </pc:sldMkLst>
      </pc:sldChg>
      <pc:sldChg chg="del">
        <pc:chgData name="Wentao Wu" userId="825796278ed48a9e" providerId="LiveId" clId="{BE9BB9B1-F31D-4F9E-9361-A9A0E62ADE07}" dt="2025-01-10T22:46:19.862" v="0" actId="47"/>
        <pc:sldMkLst>
          <pc:docMk/>
          <pc:sldMk cId="2937627268" sldId="282"/>
        </pc:sldMkLst>
      </pc:sldChg>
      <pc:sldChg chg="del">
        <pc:chgData name="Wentao Wu" userId="825796278ed48a9e" providerId="LiveId" clId="{BE9BB9B1-F31D-4F9E-9361-A9A0E62ADE07}" dt="2025-01-10T22:46:25.747" v="1" actId="47"/>
        <pc:sldMkLst>
          <pc:docMk/>
          <pc:sldMk cId="327029583" sldId="283"/>
        </pc:sldMkLst>
      </pc:sldChg>
      <pc:sldChg chg="del">
        <pc:chgData name="Wentao Wu" userId="825796278ed48a9e" providerId="LiveId" clId="{BE9BB9B1-F31D-4F9E-9361-A9A0E62ADE07}" dt="2025-01-10T22:46:25.747" v="1" actId="47"/>
        <pc:sldMkLst>
          <pc:docMk/>
          <pc:sldMk cId="1117954264" sldId="285"/>
        </pc:sldMkLst>
      </pc:sldChg>
      <pc:sldChg chg="del">
        <pc:chgData name="Wentao Wu" userId="825796278ed48a9e" providerId="LiveId" clId="{BE9BB9B1-F31D-4F9E-9361-A9A0E62ADE07}" dt="2025-01-10T22:46:19.862" v="0" actId="47"/>
        <pc:sldMkLst>
          <pc:docMk/>
          <pc:sldMk cId="818044159" sldId="287"/>
        </pc:sldMkLst>
      </pc:sldChg>
      <pc:sldChg chg="del">
        <pc:chgData name="Wentao Wu" userId="825796278ed48a9e" providerId="LiveId" clId="{BE9BB9B1-F31D-4F9E-9361-A9A0E62ADE07}" dt="2025-01-10T22:46:25.747" v="1" actId="47"/>
        <pc:sldMkLst>
          <pc:docMk/>
          <pc:sldMk cId="3976074517" sldId="290"/>
        </pc:sldMkLst>
      </pc:sldChg>
      <pc:sldChg chg="del">
        <pc:chgData name="Wentao Wu" userId="825796278ed48a9e" providerId="LiveId" clId="{BE9BB9B1-F31D-4F9E-9361-A9A0E62ADE07}" dt="2025-01-10T22:46:19.862" v="0" actId="47"/>
        <pc:sldMkLst>
          <pc:docMk/>
          <pc:sldMk cId="987796434" sldId="291"/>
        </pc:sldMkLst>
      </pc:sldChg>
      <pc:sldChg chg="del">
        <pc:chgData name="Wentao Wu" userId="825796278ed48a9e" providerId="LiveId" clId="{BE9BB9B1-F31D-4F9E-9361-A9A0E62ADE07}" dt="2025-01-10T22:46:19.862" v="0" actId="47"/>
        <pc:sldMkLst>
          <pc:docMk/>
          <pc:sldMk cId="2073656835" sldId="292"/>
        </pc:sldMkLst>
      </pc:sldChg>
      <pc:sldChg chg="del">
        <pc:chgData name="Wentao Wu" userId="825796278ed48a9e" providerId="LiveId" clId="{BE9BB9B1-F31D-4F9E-9361-A9A0E62ADE07}" dt="2025-01-10T22:46:25.747" v="1" actId="47"/>
        <pc:sldMkLst>
          <pc:docMk/>
          <pc:sldMk cId="1358224519" sldId="293"/>
        </pc:sldMkLst>
      </pc:sldChg>
      <pc:sldChg chg="del">
        <pc:chgData name="Wentao Wu" userId="825796278ed48a9e" providerId="LiveId" clId="{BE9BB9B1-F31D-4F9E-9361-A9A0E62ADE07}" dt="2025-01-10T22:46:19.862" v="0" actId="47"/>
        <pc:sldMkLst>
          <pc:docMk/>
          <pc:sldMk cId="1743147936" sldId="295"/>
        </pc:sldMkLst>
      </pc:sldChg>
      <pc:sldChg chg="del">
        <pc:chgData name="Wentao Wu" userId="825796278ed48a9e" providerId="LiveId" clId="{BE9BB9B1-F31D-4F9E-9361-A9A0E62ADE07}" dt="2025-01-10T22:46:19.862" v="0" actId="47"/>
        <pc:sldMkLst>
          <pc:docMk/>
          <pc:sldMk cId="2946969795" sldId="296"/>
        </pc:sldMkLst>
      </pc:sldChg>
      <pc:sldChg chg="del">
        <pc:chgData name="Wentao Wu" userId="825796278ed48a9e" providerId="LiveId" clId="{BE9BB9B1-F31D-4F9E-9361-A9A0E62ADE07}" dt="2025-01-10T22:46:25.747" v="1" actId="47"/>
        <pc:sldMkLst>
          <pc:docMk/>
          <pc:sldMk cId="1119490829" sldId="302"/>
        </pc:sldMkLst>
      </pc:sldChg>
      <pc:sldChg chg="del">
        <pc:chgData name="Wentao Wu" userId="825796278ed48a9e" providerId="LiveId" clId="{BE9BB9B1-F31D-4F9E-9361-A9A0E62ADE07}" dt="2025-01-10T22:46:25.747" v="1" actId="47"/>
        <pc:sldMkLst>
          <pc:docMk/>
          <pc:sldMk cId="2795375293" sldId="303"/>
        </pc:sldMkLst>
      </pc:sldChg>
      <pc:sldChg chg="del">
        <pc:chgData name="Wentao Wu" userId="825796278ed48a9e" providerId="LiveId" clId="{BE9BB9B1-F31D-4F9E-9361-A9A0E62ADE07}" dt="2025-01-10T22:46:25.747" v="1" actId="47"/>
        <pc:sldMkLst>
          <pc:docMk/>
          <pc:sldMk cId="2024322329" sldId="304"/>
        </pc:sldMkLst>
      </pc:sldChg>
      <pc:sldChg chg="del">
        <pc:chgData name="Wentao Wu" userId="825796278ed48a9e" providerId="LiveId" clId="{BE9BB9B1-F31D-4F9E-9361-A9A0E62ADE07}" dt="2025-01-10T22:46:25.747" v="1" actId="47"/>
        <pc:sldMkLst>
          <pc:docMk/>
          <pc:sldMk cId="625337207" sldId="305"/>
        </pc:sldMkLst>
      </pc:sldChg>
      <pc:sldChg chg="del">
        <pc:chgData name="Wentao Wu" userId="825796278ed48a9e" providerId="LiveId" clId="{BE9BB9B1-F31D-4F9E-9361-A9A0E62ADE07}" dt="2025-01-10T22:46:25.747" v="1" actId="47"/>
        <pc:sldMkLst>
          <pc:docMk/>
          <pc:sldMk cId="3693149236" sldId="306"/>
        </pc:sldMkLst>
      </pc:sldChg>
      <pc:sldChg chg="del">
        <pc:chgData name="Wentao Wu" userId="825796278ed48a9e" providerId="LiveId" clId="{BE9BB9B1-F31D-4F9E-9361-A9A0E62ADE07}" dt="2025-01-10T22:46:19.862" v="0" actId="47"/>
        <pc:sldMkLst>
          <pc:docMk/>
          <pc:sldMk cId="3470551714" sldId="307"/>
        </pc:sldMkLst>
      </pc:sldChg>
      <pc:sldChg chg="del">
        <pc:chgData name="Wentao Wu" userId="825796278ed48a9e" providerId="LiveId" clId="{BE9BB9B1-F31D-4F9E-9361-A9A0E62ADE07}" dt="2025-01-10T22:46:19.862" v="0" actId="47"/>
        <pc:sldMkLst>
          <pc:docMk/>
          <pc:sldMk cId="779288949" sldId="309"/>
        </pc:sldMkLst>
      </pc:sldChg>
      <pc:sldChg chg="del">
        <pc:chgData name="Wentao Wu" userId="825796278ed48a9e" providerId="LiveId" clId="{BE9BB9B1-F31D-4F9E-9361-A9A0E62ADE07}" dt="2025-01-10T22:46:19.862" v="0" actId="47"/>
        <pc:sldMkLst>
          <pc:docMk/>
          <pc:sldMk cId="492201827" sldId="311"/>
        </pc:sldMkLst>
      </pc:sldChg>
      <pc:sldChg chg="del">
        <pc:chgData name="Wentao Wu" userId="825796278ed48a9e" providerId="LiveId" clId="{BE9BB9B1-F31D-4F9E-9361-A9A0E62ADE07}" dt="2025-01-10T22:46:25.747" v="1" actId="47"/>
        <pc:sldMkLst>
          <pc:docMk/>
          <pc:sldMk cId="2861504459" sldId="312"/>
        </pc:sldMkLst>
      </pc:sldChg>
      <pc:sldChg chg="del">
        <pc:chgData name="Wentao Wu" userId="825796278ed48a9e" providerId="LiveId" clId="{BE9BB9B1-F31D-4F9E-9361-A9A0E62ADE07}" dt="2025-01-10T22:46:19.862" v="0" actId="47"/>
        <pc:sldMkLst>
          <pc:docMk/>
          <pc:sldMk cId="1208113301" sldId="313"/>
        </pc:sldMkLst>
      </pc:sldChg>
      <pc:sldChg chg="addSp delSp modSp mod modNotesTx">
        <pc:chgData name="Wentao Wu" userId="825796278ed48a9e" providerId="LiveId" clId="{BE9BB9B1-F31D-4F9E-9361-A9A0E62ADE07}" dt="2025-01-11T00:45:06.281" v="1661" actId="20577"/>
        <pc:sldMkLst>
          <pc:docMk/>
          <pc:sldMk cId="4171901611" sldId="315"/>
        </pc:sldMkLst>
      </pc:sldChg>
      <pc:sldChg chg="modSp new del mod">
        <pc:chgData name="Wentao Wu" userId="825796278ed48a9e" providerId="LiveId" clId="{BE9BB9B1-F31D-4F9E-9361-A9A0E62ADE07}" dt="2025-01-10T23:03:06.640" v="32" actId="47"/>
        <pc:sldMkLst>
          <pc:docMk/>
          <pc:sldMk cId="3032554090" sldId="316"/>
        </pc:sldMkLst>
      </pc:sldChg>
      <pc:sldChg chg="del">
        <pc:chgData name="Wentao Wu" userId="825796278ed48a9e" providerId="LiveId" clId="{BE9BB9B1-F31D-4F9E-9361-A9A0E62ADE07}" dt="2025-01-10T22:46:19.862" v="0" actId="47"/>
        <pc:sldMkLst>
          <pc:docMk/>
          <pc:sldMk cId="3200604109" sldId="316"/>
        </pc:sldMkLst>
      </pc:sldChg>
      <pc:sldChg chg="addSp delSp modSp new mod setBg">
        <pc:chgData name="Wentao Wu" userId="825796278ed48a9e" providerId="LiveId" clId="{BE9BB9B1-F31D-4F9E-9361-A9A0E62ADE07}" dt="2025-01-11T00:37:39.424" v="528" actId="1076"/>
        <pc:sldMkLst>
          <pc:docMk/>
          <pc:sldMk cId="3993945461" sldId="316"/>
        </pc:sldMkLst>
      </pc:sldChg>
    </pc:docChg>
  </pc:docChgLst>
  <pc:docChgLst>
    <pc:chgData name="Wentao Wu" userId="f6d934c6-15b7-4b44-a59d-4f36b533e669" providerId="ADAL" clId="{0E236F58-3181-4CC5-A929-1F206CB18947}"/>
    <pc:docChg chg="custSel modSld">
      <pc:chgData name="Wentao Wu" userId="f6d934c6-15b7-4b44-a59d-4f36b533e669" providerId="ADAL" clId="{0E236F58-3181-4CC5-A929-1F206CB18947}" dt="2024-06-08T01:09:35.342" v="1873" actId="1076"/>
      <pc:docMkLst>
        <pc:docMk/>
      </pc:docMkLst>
      <pc:sldChg chg="modSp mod">
        <pc:chgData name="Wentao Wu" userId="f6d934c6-15b7-4b44-a59d-4f36b533e669" providerId="ADAL" clId="{0E236F58-3181-4CC5-A929-1F206CB18947}" dt="2024-06-07T23:20:24.795" v="82" actId="1076"/>
        <pc:sldMkLst>
          <pc:docMk/>
          <pc:sldMk cId="1346895302" sldId="258"/>
        </pc:sldMkLst>
      </pc:sldChg>
      <pc:sldChg chg="modSp mod">
        <pc:chgData name="Wentao Wu" userId="f6d934c6-15b7-4b44-a59d-4f36b533e669" providerId="ADAL" clId="{0E236F58-3181-4CC5-A929-1F206CB18947}" dt="2024-06-08T00:45:45.282" v="1099" actId="207"/>
        <pc:sldMkLst>
          <pc:docMk/>
          <pc:sldMk cId="2863790069" sldId="265"/>
        </pc:sldMkLst>
      </pc:sldChg>
      <pc:sldChg chg="modSp mod">
        <pc:chgData name="Wentao Wu" userId="f6d934c6-15b7-4b44-a59d-4f36b533e669" providerId="ADAL" clId="{0E236F58-3181-4CC5-A929-1F206CB18947}" dt="2024-06-08T00:55:17.729" v="1495" actId="122"/>
        <pc:sldMkLst>
          <pc:docMk/>
          <pc:sldMk cId="2937627268" sldId="282"/>
        </pc:sldMkLst>
      </pc:sldChg>
      <pc:sldChg chg="modSp">
        <pc:chgData name="Wentao Wu" userId="f6d934c6-15b7-4b44-a59d-4f36b533e669" providerId="ADAL" clId="{0E236F58-3181-4CC5-A929-1F206CB18947}" dt="2024-06-08T01:07:13.648" v="1872" actId="20577"/>
        <pc:sldMkLst>
          <pc:docMk/>
          <pc:sldMk cId="818044159" sldId="287"/>
        </pc:sldMkLst>
      </pc:sldChg>
      <pc:sldChg chg="modSp mod">
        <pc:chgData name="Wentao Wu" userId="f6d934c6-15b7-4b44-a59d-4f36b533e669" providerId="ADAL" clId="{0E236F58-3181-4CC5-A929-1F206CB18947}" dt="2024-06-08T01:09:35.342" v="1873" actId="1076"/>
        <pc:sldMkLst>
          <pc:docMk/>
          <pc:sldMk cId="987796434" sldId="291"/>
        </pc:sldMkLst>
      </pc:sldChg>
      <pc:sldChg chg="modSp mod">
        <pc:chgData name="Wentao Wu" userId="f6d934c6-15b7-4b44-a59d-4f36b533e669" providerId="ADAL" clId="{0E236F58-3181-4CC5-A929-1F206CB18947}" dt="2024-06-08T01:06:46.298" v="1851" actId="20577"/>
        <pc:sldMkLst>
          <pc:docMk/>
          <pc:sldMk cId="2073656835" sldId="292"/>
        </pc:sldMkLst>
      </pc:sldChg>
      <pc:sldChg chg="modSp mod modAnim">
        <pc:chgData name="Wentao Wu" userId="f6d934c6-15b7-4b44-a59d-4f36b533e669" providerId="ADAL" clId="{0E236F58-3181-4CC5-A929-1F206CB18947}" dt="2024-06-08T01:03:07.316" v="1693" actId="20577"/>
        <pc:sldMkLst>
          <pc:docMk/>
          <pc:sldMk cId="1743147936" sldId="295"/>
        </pc:sldMkLst>
      </pc:sldChg>
      <pc:sldChg chg="modSp mod">
        <pc:chgData name="Wentao Wu" userId="f6d934c6-15b7-4b44-a59d-4f36b533e669" providerId="ADAL" clId="{0E236F58-3181-4CC5-A929-1F206CB18947}" dt="2024-06-08T01:00:14.772" v="1643" actId="207"/>
        <pc:sldMkLst>
          <pc:docMk/>
          <pc:sldMk cId="2946969795" sldId="296"/>
        </pc:sldMkLst>
      </pc:sldChg>
      <pc:sldChg chg="modSp mod modAnim">
        <pc:chgData name="Wentao Wu" userId="f6d934c6-15b7-4b44-a59d-4f36b533e669" providerId="ADAL" clId="{0E236F58-3181-4CC5-A929-1F206CB18947}" dt="2024-06-08T01:02:28.889" v="1674" actId="1076"/>
        <pc:sldMkLst>
          <pc:docMk/>
          <pc:sldMk cId="3470551714" sldId="307"/>
        </pc:sldMkLst>
      </pc:sldChg>
      <pc:sldChg chg="modSp mod">
        <pc:chgData name="Wentao Wu" userId="f6d934c6-15b7-4b44-a59d-4f36b533e669" providerId="ADAL" clId="{0E236F58-3181-4CC5-A929-1F206CB18947}" dt="2024-06-08T01:06:02.389" v="1829" actId="1076"/>
        <pc:sldMkLst>
          <pc:docMk/>
          <pc:sldMk cId="779288949" sldId="309"/>
        </pc:sldMkLst>
      </pc:sldChg>
      <pc:sldChg chg="modSp mod">
        <pc:chgData name="Wentao Wu" userId="f6d934c6-15b7-4b44-a59d-4f36b533e669" providerId="ADAL" clId="{0E236F58-3181-4CC5-A929-1F206CB18947}" dt="2024-06-08T00:28:07.169" v="586" actId="20577"/>
        <pc:sldMkLst>
          <pc:docMk/>
          <pc:sldMk cId="518761018" sldId="310"/>
        </pc:sldMkLst>
      </pc:sldChg>
    </pc:docChg>
  </pc:docChgLst>
  <pc:docChgLst>
    <pc:chgData name="Wentao Wu" userId="f6d934c6-15b7-4b44-a59d-4f36b533e669" providerId="ADAL" clId="{6DA032A9-0FAB-4D71-81BD-5867FE1ECADC}"/>
    <pc:docChg chg="undo custSel addSld delSld modSld">
      <pc:chgData name="Wentao Wu" userId="f6d934c6-15b7-4b44-a59d-4f36b533e669" providerId="ADAL" clId="{6DA032A9-0FAB-4D71-81BD-5867FE1ECADC}" dt="2024-05-17T21:11:59.606" v="4679" actId="729"/>
      <pc:docMkLst>
        <pc:docMk/>
      </pc:docMkLst>
      <pc:sldChg chg="modSp mod modNotesTx">
        <pc:chgData name="Wentao Wu" userId="f6d934c6-15b7-4b44-a59d-4f36b533e669" providerId="ADAL" clId="{6DA032A9-0FAB-4D71-81BD-5867FE1ECADC}" dt="2024-05-16T23:42:34.843" v="2582" actId="6549"/>
        <pc:sldMkLst>
          <pc:docMk/>
          <pc:sldMk cId="1798602698" sldId="256"/>
        </pc:sldMkLst>
      </pc:sldChg>
      <pc:sldChg chg="modNotesTx">
        <pc:chgData name="Wentao Wu" userId="f6d934c6-15b7-4b44-a59d-4f36b533e669" providerId="ADAL" clId="{6DA032A9-0FAB-4D71-81BD-5867FE1ECADC}" dt="2024-05-16T23:41:02.830" v="2562" actId="6549"/>
        <pc:sldMkLst>
          <pc:docMk/>
          <pc:sldMk cId="3593852500" sldId="257"/>
        </pc:sldMkLst>
      </pc:sldChg>
      <pc:sldChg chg="modNotesTx">
        <pc:chgData name="Wentao Wu" userId="f6d934c6-15b7-4b44-a59d-4f36b533e669" providerId="ADAL" clId="{6DA032A9-0FAB-4D71-81BD-5867FE1ECADC}" dt="2024-05-16T23:41:06.040" v="2563" actId="6549"/>
        <pc:sldMkLst>
          <pc:docMk/>
          <pc:sldMk cId="1346895302" sldId="258"/>
        </pc:sldMkLst>
      </pc:sldChg>
      <pc:sldChg chg="modSp mod modNotesTx">
        <pc:chgData name="Wentao Wu" userId="f6d934c6-15b7-4b44-a59d-4f36b533e669" providerId="ADAL" clId="{6DA032A9-0FAB-4D71-81BD-5867FE1ECADC}" dt="2024-05-16T23:42:58.066" v="2591" actId="20577"/>
        <pc:sldMkLst>
          <pc:docMk/>
          <pc:sldMk cId="2050946181" sldId="279"/>
        </pc:sldMkLst>
      </pc:sldChg>
      <pc:sldChg chg="addSp delSp modSp mod">
        <pc:chgData name="Wentao Wu" userId="f6d934c6-15b7-4b44-a59d-4f36b533e669" providerId="ADAL" clId="{6DA032A9-0FAB-4D71-81BD-5867FE1ECADC}" dt="2024-05-16T22:56:41.052" v="1448" actId="1076"/>
        <pc:sldMkLst>
          <pc:docMk/>
          <pc:sldMk cId="2306676823" sldId="281"/>
        </pc:sldMkLst>
      </pc:sldChg>
      <pc:sldChg chg="addSp delSp modSp mod">
        <pc:chgData name="Wentao Wu" userId="f6d934c6-15b7-4b44-a59d-4f36b533e669" providerId="ADAL" clId="{6DA032A9-0FAB-4D71-81BD-5867FE1ECADC}" dt="2024-05-16T23:01:14.385" v="1672" actId="20577"/>
        <pc:sldMkLst>
          <pc:docMk/>
          <pc:sldMk cId="22668206" sldId="283"/>
        </pc:sldMkLst>
      </pc:sldChg>
      <pc:sldChg chg="addSp delSp modSp del mod setBg">
        <pc:chgData name="Wentao Wu" userId="f6d934c6-15b7-4b44-a59d-4f36b533e669" providerId="ADAL" clId="{6DA032A9-0FAB-4D71-81BD-5867FE1ECADC}" dt="2024-05-16T23:06:48.076" v="1754" actId="47"/>
        <pc:sldMkLst>
          <pc:docMk/>
          <pc:sldMk cId="453270804" sldId="284"/>
        </pc:sldMkLst>
      </pc:sldChg>
      <pc:sldChg chg="addSp delSp modSp mod setBg">
        <pc:chgData name="Wentao Wu" userId="f6d934c6-15b7-4b44-a59d-4f36b533e669" providerId="ADAL" clId="{6DA032A9-0FAB-4D71-81BD-5867FE1ECADC}" dt="2024-05-16T23:35:41.056" v="2518" actId="164"/>
        <pc:sldMkLst>
          <pc:docMk/>
          <pc:sldMk cId="3543947054" sldId="285"/>
        </pc:sldMkLst>
      </pc:sldChg>
      <pc:sldChg chg="addSp delSp modSp mod setBg">
        <pc:chgData name="Wentao Wu" userId="f6d934c6-15b7-4b44-a59d-4f36b533e669" providerId="ADAL" clId="{6DA032A9-0FAB-4D71-81BD-5867FE1ECADC}" dt="2024-05-17T00:02:47.253" v="4173" actId="20577"/>
        <pc:sldMkLst>
          <pc:docMk/>
          <pc:sldMk cId="366413369" sldId="286"/>
        </pc:sldMkLst>
      </pc:sldChg>
      <pc:sldChg chg="addSp delSp modSp mod setBg">
        <pc:chgData name="Wentao Wu" userId="f6d934c6-15b7-4b44-a59d-4f36b533e669" providerId="ADAL" clId="{6DA032A9-0FAB-4D71-81BD-5867FE1ECADC}" dt="2024-05-17T00:08:49.151" v="4542" actId="207"/>
        <pc:sldMkLst>
          <pc:docMk/>
          <pc:sldMk cId="818044159" sldId="287"/>
        </pc:sldMkLst>
      </pc:sldChg>
      <pc:sldChg chg="addSp delSp modSp mod">
        <pc:chgData name="Wentao Wu" userId="f6d934c6-15b7-4b44-a59d-4f36b533e669" providerId="ADAL" clId="{6DA032A9-0FAB-4D71-81BD-5867FE1ECADC}" dt="2024-05-16T22:44:17.623" v="893" actId="20577"/>
        <pc:sldMkLst>
          <pc:docMk/>
          <pc:sldMk cId="1957729842" sldId="290"/>
        </pc:sldMkLst>
      </pc:sldChg>
      <pc:sldChg chg="addSp delSp modSp new mod setBg">
        <pc:chgData name="Wentao Wu" userId="f6d934c6-15b7-4b44-a59d-4f36b533e669" providerId="ADAL" clId="{6DA032A9-0FAB-4D71-81BD-5867FE1ECADC}" dt="2024-05-17T00:03:16.158" v="4185" actId="20577"/>
        <pc:sldMkLst>
          <pc:docMk/>
          <pc:sldMk cId="987796434" sldId="291"/>
        </pc:sldMkLst>
      </pc:sldChg>
      <pc:sldChg chg="delSp add del setBg delDesignElem">
        <pc:chgData name="Wentao Wu" userId="f6d934c6-15b7-4b44-a59d-4f36b533e669" providerId="ADAL" clId="{6DA032A9-0FAB-4D71-81BD-5867FE1ECADC}" dt="2024-05-16T23:05:04.427" v="1701" actId="47"/>
        <pc:sldMkLst>
          <pc:docMk/>
          <pc:sldMk cId="2118316146" sldId="291"/>
        </pc:sldMkLst>
      </pc:sldChg>
      <pc:sldChg chg="delSp add del setBg delDesignElem">
        <pc:chgData name="Wentao Wu" userId="f6d934c6-15b7-4b44-a59d-4f36b533e669" providerId="ADAL" clId="{6DA032A9-0FAB-4D71-81BD-5867FE1ECADC}" dt="2024-05-16T23:05:10.087" v="1704" actId="47"/>
        <pc:sldMkLst>
          <pc:docMk/>
          <pc:sldMk cId="4130637353" sldId="291"/>
        </pc:sldMkLst>
      </pc:sldChg>
      <pc:sldChg chg="delSp add del setBg delDesignElem">
        <pc:chgData name="Wentao Wu" userId="f6d934c6-15b7-4b44-a59d-4f36b533e669" providerId="ADAL" clId="{6DA032A9-0FAB-4D71-81BD-5867FE1ECADC}" dt="2024-05-16T23:46:15.848" v="2870" actId="47"/>
        <pc:sldMkLst>
          <pc:docMk/>
          <pc:sldMk cId="681837651" sldId="292"/>
        </pc:sldMkLst>
      </pc:sldChg>
      <pc:sldChg chg="addSp delSp modSp new mod setBg">
        <pc:chgData name="Wentao Wu" userId="f6d934c6-15b7-4b44-a59d-4f36b533e669" providerId="ADAL" clId="{6DA032A9-0FAB-4D71-81BD-5867FE1ECADC}" dt="2024-05-17T00:06:11.869" v="4377" actId="1076"/>
        <pc:sldMkLst>
          <pc:docMk/>
          <pc:sldMk cId="2073656835" sldId="292"/>
        </pc:sldMkLst>
      </pc:sldChg>
      <pc:sldChg chg="addSp delSp modSp new mod setBg modShow">
        <pc:chgData name="Wentao Wu" userId="f6d934c6-15b7-4b44-a59d-4f36b533e669" providerId="ADAL" clId="{6DA032A9-0FAB-4D71-81BD-5867FE1ECADC}" dt="2024-05-17T21:11:59.606" v="4679" actId="729"/>
        <pc:sldMkLst>
          <pc:docMk/>
          <pc:sldMk cId="1358224519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29E92-3DC3-478A-8D31-C7CA18521D7F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8639D-B7E8-4A2E-A5ED-073AEBE0C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7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45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 high-level picture of workload-driven index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31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us look into the internals of the index tuning process. This picture shows the typical architecture of today’s index tuner that has been used by both commercial and open-source database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3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22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8639D-B7E8-4A2E-A5ED-073AEBE0CB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81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E46D-2706-749E-9BED-68DB8A44B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C1EF7-BFC7-45F1-1B79-EADEB04E5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E4EF-EE23-3B74-C8C0-DD515F17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A960C-E7A2-4842-99C2-966E296B7361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2E2DB-B815-EAD7-C0D4-E9A86F7F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BBB07-AB19-2566-D380-EA11D752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7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75CE-EA47-2C2C-7E8F-47375000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C1258-49DB-D35A-0EEE-A415EDFA7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C795A-D89F-208E-2CEA-97C6DEB66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DA164-5570-4AF6-9FE2-1BF0A828A65B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22E90-557A-5645-442F-EAEDE901B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202D1-8975-3519-0608-490EA7F6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3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12F7-C2E8-A23E-E028-323345151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16931-7524-02BF-DBF1-20CB13C89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A9D64-B161-C6C2-16DD-A8760DDC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85A4-FB10-4F7D-A09E-AB88F1383AD6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7B839-2043-ED43-9689-F34B56F7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E1BBC-1EC9-1814-CBBF-3E36A754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5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394D-8AFD-F181-A455-985D93221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33C2F-6C6C-367F-B889-6EAB4FE86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069F2-C0A7-F267-0293-48C06D76D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033E9-C5F0-ECB0-FD59-268E5A29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E9450-9F90-48FF-AB18-36C4D752FD73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857BC-D67A-4AA1-4E2C-F87C7631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10473-4043-22F7-DED4-D3979977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7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3562-0FE3-1298-1CD7-E51242993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148F7-FFB6-C3B0-665A-71770CBFA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9350E-BC95-67BC-D931-FFD99C2F9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804125-4F59-EC74-947D-069649D92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10BCC-7C5C-DF3F-BEFD-B644F0878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E0FCB-B886-83E7-0F5F-0F299AFD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8504E-796A-4A84-A5C2-FDFC9AB6B98A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16D85-421E-4336-958F-6CAD26373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2A7581-F543-7C39-28ED-3D2FF11A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0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95B2-C229-6254-759B-4E6AD282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56727-31C1-8A2A-79DF-CF908B7F1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B6D39-B498-4B2D-946B-A44EBBE63445}" type="datetime1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EB734-9C75-A468-E7D9-72976EB0D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2F1C0-D65E-5CFE-6E82-90803A6F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0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F2466C-E17C-7DCE-FB49-87E680C6A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F484A-5D22-49FD-B51F-7DB9B1D4BFC8}" type="datetime1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A6306-D9F1-624E-CE45-7E4B982DB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09513-7429-7244-F46C-27F9CCC0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8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78EAE-7BA1-3B46-8D5D-0A9EFB195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E0595-A207-6E70-CC10-40C07AF8D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68B27-8B32-D507-D4FB-9E90D6B61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28DB2-F1C6-3ADE-CB59-CFAA0C9C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6A5CE-7FB7-4231-99F0-A2B23C02A638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03889-2E18-28BB-7585-B90E5D08C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6CD45-BE12-737B-D33B-317FC208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00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B2ADD-80E2-582C-FC6C-AD51AC31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B2A10-EC19-ACC8-BCC8-83D9FE1E0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3D8BD-1F34-E2D5-9BD2-7B9EAE7FB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D68AC-68A3-6A65-6BFA-D1D684F24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69B2D-44EA-4D3B-A882-E21D68027EA3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E048F-B7F5-38AA-4BC2-135207CB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CA4F-C254-CC4B-E2A4-36C70450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95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1897-E1A7-7856-D40C-EFEDF1DB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03567-7985-B714-A81C-9B150793F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40307-5603-F1F6-5EDB-2920E886E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4454-47E2-4DBB-998F-164B986E59B5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21481-E96B-F188-E48C-9FECDA24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B7D39-EE83-2A3C-2D98-B71E04EB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18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3CBCB-247E-1B5E-D6EC-130480415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F1E2D7-F68C-56D3-EBE5-761B2E9FA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55F26-B021-9404-CEDC-8A7E0243B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1F3E-A450-42E6-96A7-E93D1C454AC2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E66EF-8752-7A82-4943-6CD1A5F3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251E3-14B3-C743-EC8C-AB8FE6E3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1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9A6AE9-5E2B-A18F-6BC8-3CC48D7B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8E60B-891D-4B39-9F41-DB3FAFE26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9F894-BAAB-4ED0-88D1-EB457D0DD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5C9A4-0EC6-4E14-9E38-8B779494A1FF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FB201-2B39-ABE4-395F-193E720A4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60A8D-2AF7-D1E9-579F-4A2ACDD14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D045F-69BF-4B57-8EEA-5508235BA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9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EB463F-C298-B230-08AD-293F34636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en-US" sz="6600" b="1" u="sng"/>
              <a:t>Esc</a:t>
            </a:r>
            <a:r>
              <a:rPr lang="en-US" sz="6600"/>
              <a:t>: An Early-Stopping Checker for Budget-aware Index Tuning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D0917-0D10-EA2C-A70B-6BCDDB077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080" y="4643188"/>
            <a:ext cx="7736754" cy="1569486"/>
          </a:xfrm>
        </p:spPr>
        <p:txBody>
          <a:bodyPr>
            <a:normAutofit/>
          </a:bodyPr>
          <a:lstStyle/>
          <a:p>
            <a:pPr algn="l"/>
            <a:r>
              <a:rPr lang="en-US" sz="2200" dirty="0"/>
              <a:t>Xiaoying Wang, </a:t>
            </a:r>
            <a:r>
              <a:rPr lang="en-US" sz="2200" b="1" u="sng" dirty="0"/>
              <a:t>Wentao Wu</a:t>
            </a:r>
            <a:r>
              <a:rPr lang="en-US" sz="2200" dirty="0"/>
              <a:t>, Vivek Narasayya, Surajit Chaudhuri</a:t>
            </a:r>
          </a:p>
          <a:p>
            <a:pPr algn="l"/>
            <a:endParaRPr lang="en-US" sz="2200" dirty="0"/>
          </a:p>
          <a:p>
            <a:pPr algn="l"/>
            <a:r>
              <a:rPr lang="en-US" sz="2200" dirty="0"/>
              <a:t>Microsoft Research, Redmond, USA</a:t>
            </a:r>
            <a:endParaRPr lang="en-US" sz="2200" baseline="30000" dirty="0"/>
          </a:p>
          <a:p>
            <a:pPr algn="l"/>
            <a:endParaRPr lang="en-US" sz="2200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A8250-E227-0007-F1CC-213F15524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552" y="561408"/>
            <a:ext cx="4087368" cy="311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7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95"/>
    </mc:Choice>
    <mc:Fallback xmlns="">
      <p:transition spd="slow" advTm="2069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D7E4-A233-E618-5AB5-7239CEBD4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69" y="188302"/>
            <a:ext cx="10515600" cy="1325563"/>
          </a:xfrm>
        </p:spPr>
        <p:txBody>
          <a:bodyPr/>
          <a:lstStyle/>
          <a:p>
            <a:r>
              <a:rPr lang="en-US" dirty="0"/>
              <a:t>Workload-Driven Index Tuning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E3D2C-71AB-D5AE-02D4-2EBCC2F1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2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C1DD8B-3FFC-42F4-7E86-B9D71AD2AA64}"/>
              </a:ext>
            </a:extLst>
          </p:cNvPr>
          <p:cNvGrpSpPr/>
          <p:nvPr/>
        </p:nvGrpSpPr>
        <p:grpSpPr>
          <a:xfrm>
            <a:off x="4811579" y="1420529"/>
            <a:ext cx="3747909" cy="3325092"/>
            <a:chOff x="4811579" y="1558029"/>
            <a:chExt cx="3747909" cy="332509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4AA8725-69B9-6F38-863A-78275950A483}"/>
                </a:ext>
              </a:extLst>
            </p:cNvPr>
            <p:cNvSpPr txBox="1"/>
            <p:nvPr/>
          </p:nvSpPr>
          <p:spPr>
            <a:xfrm>
              <a:off x="5587412" y="1558029"/>
              <a:ext cx="23603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Database System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7D95B18-6F0B-1576-2A86-A5634B905325}"/>
                </a:ext>
              </a:extLst>
            </p:cNvPr>
            <p:cNvGrpSpPr/>
            <p:nvPr/>
          </p:nvGrpSpPr>
          <p:grpSpPr>
            <a:xfrm>
              <a:off x="4811579" y="2308198"/>
              <a:ext cx="3747909" cy="2574923"/>
              <a:chOff x="4811579" y="2308198"/>
              <a:chExt cx="3747909" cy="257492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BDB2C6A-43C0-BCB9-CFAE-328B650D83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4274" y="2308198"/>
                <a:ext cx="3385214" cy="2574923"/>
              </a:xfrm>
              <a:prstGeom prst="rect">
                <a:avLst/>
              </a:prstGeom>
            </p:spPr>
          </p:pic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CE442126-E03C-A178-722E-05F7C1BA01A2}"/>
                  </a:ext>
                </a:extLst>
              </p:cNvPr>
              <p:cNvSpPr/>
              <p:nvPr/>
            </p:nvSpPr>
            <p:spPr>
              <a:xfrm>
                <a:off x="4811579" y="3595658"/>
                <a:ext cx="439091" cy="432541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C9A93E5-A874-5324-0975-743AAC4E06C4}"/>
              </a:ext>
            </a:extLst>
          </p:cNvPr>
          <p:cNvGrpSpPr/>
          <p:nvPr/>
        </p:nvGrpSpPr>
        <p:grpSpPr>
          <a:xfrm>
            <a:off x="531450" y="1420529"/>
            <a:ext cx="4535564" cy="4581514"/>
            <a:chOff x="531450" y="1558029"/>
            <a:chExt cx="3845615" cy="399996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B7BF05-A95C-7D79-B5CF-4DF501518757}"/>
                </a:ext>
              </a:extLst>
            </p:cNvPr>
            <p:cNvGrpSpPr/>
            <p:nvPr/>
          </p:nvGrpSpPr>
          <p:grpSpPr>
            <a:xfrm>
              <a:off x="531450" y="2124798"/>
              <a:ext cx="3845615" cy="3433193"/>
              <a:chOff x="738889" y="1564187"/>
              <a:chExt cx="3845615" cy="343319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8FB5708-652A-0A49-9815-63C4512A8E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889" y="1564187"/>
                <a:ext cx="3245017" cy="1695537"/>
              </a:xfrm>
              <a:prstGeom prst="rect">
                <a:avLst/>
              </a:prstGeom>
              <a:ln w="25400">
                <a:solidFill>
                  <a:schemeClr val="accent1"/>
                </a:solidFill>
              </a:ln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5EBDCFD-7B22-E2F9-95A4-1326E70BCD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57256" y="2664549"/>
                <a:ext cx="2978303" cy="1358970"/>
              </a:xfrm>
              <a:prstGeom prst="rect">
                <a:avLst/>
              </a:prstGeom>
              <a:ln w="25400">
                <a:solidFill>
                  <a:schemeClr val="accent1"/>
                </a:solidFill>
              </a:ln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5D9EAB26-F9CE-709F-2BF8-A75208ECC4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45908" y="3587608"/>
                <a:ext cx="2838596" cy="1409772"/>
              </a:xfrm>
              <a:prstGeom prst="rect">
                <a:avLst/>
              </a:prstGeom>
              <a:ln w="25400">
                <a:solidFill>
                  <a:schemeClr val="accent1"/>
                </a:solidFill>
              </a:ln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749C190-349E-9420-4C4B-725C5B14FB3D}"/>
                </a:ext>
              </a:extLst>
            </p:cNvPr>
            <p:cNvSpPr txBox="1"/>
            <p:nvPr/>
          </p:nvSpPr>
          <p:spPr>
            <a:xfrm>
              <a:off x="1174790" y="1558029"/>
              <a:ext cx="2453911" cy="403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SQL Query Workload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809AC72-3B50-42B6-079D-96A5FECC1DC2}"/>
              </a:ext>
            </a:extLst>
          </p:cNvPr>
          <p:cNvGrpSpPr/>
          <p:nvPr/>
        </p:nvGrpSpPr>
        <p:grpSpPr>
          <a:xfrm>
            <a:off x="8498908" y="1370337"/>
            <a:ext cx="3367238" cy="3559309"/>
            <a:chOff x="8498908" y="1507837"/>
            <a:chExt cx="3367238" cy="3559309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8FBA8ED2-4072-7E8B-660D-968FA5CBA27B}"/>
                </a:ext>
              </a:extLst>
            </p:cNvPr>
            <p:cNvSpPr/>
            <p:nvPr/>
          </p:nvSpPr>
          <p:spPr>
            <a:xfrm>
              <a:off x="8498908" y="3595659"/>
              <a:ext cx="437923" cy="43254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0BBC16A-AA19-9B4E-06ED-0C924A82EAAB}"/>
                </a:ext>
              </a:extLst>
            </p:cNvPr>
            <p:cNvGrpSpPr/>
            <p:nvPr/>
          </p:nvGrpSpPr>
          <p:grpSpPr>
            <a:xfrm>
              <a:off x="9065419" y="1507837"/>
              <a:ext cx="2800727" cy="3559309"/>
              <a:chOff x="9065419" y="1507837"/>
              <a:chExt cx="2800727" cy="3559309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7267EE55-6BF2-9C41-5634-1453B5ECE9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65419" y="2122413"/>
                <a:ext cx="2764631" cy="533427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EABD53AE-7E57-3613-96FE-BD408D118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65419" y="2984897"/>
                <a:ext cx="2743200" cy="533427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616A7011-D6D3-8A1A-34EE-8D194175DC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22947" y="4533719"/>
                <a:ext cx="2743199" cy="533427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544AD66-F4A7-01B5-1606-F541DCDD55D3}"/>
                  </a:ext>
                </a:extLst>
              </p:cNvPr>
              <p:cNvSpPr txBox="1"/>
              <p:nvPr/>
            </p:nvSpPr>
            <p:spPr>
              <a:xfrm>
                <a:off x="9904252" y="3694787"/>
                <a:ext cx="12512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……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A132D43-052A-86CD-CF2F-8BE98D199D4E}"/>
                  </a:ext>
                </a:extLst>
              </p:cNvPr>
              <p:cNvSpPr txBox="1"/>
              <p:nvPr/>
            </p:nvSpPr>
            <p:spPr>
              <a:xfrm>
                <a:off x="9065419" y="1507837"/>
                <a:ext cx="26948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Index Configuration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61969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525"/>
    </mc:Choice>
    <mc:Fallback xmlns="">
      <p:transition spd="slow" advTm="395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3279-A10D-C697-8BB4-A1B73DDF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Architecture of An Index Tuner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CF02F-C9BA-33D1-7DE7-262EE0F7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1363C6-B8DA-E0D3-4C0F-C2B630A0F3F9}"/>
                  </a:ext>
                </a:extLst>
              </p:cNvPr>
              <p:cNvSpPr txBox="1"/>
              <p:nvPr/>
            </p:nvSpPr>
            <p:spPr>
              <a:xfrm>
                <a:off x="9071584" y="1428635"/>
                <a:ext cx="264694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/>
                  <a:t> represents a set of index tuning </a:t>
                </a:r>
                <a:r>
                  <a:rPr lang="en-US" dirty="0">
                    <a:solidFill>
                      <a:srgbClr val="EE0000"/>
                    </a:solidFill>
                  </a:rPr>
                  <a:t>constraints</a:t>
                </a:r>
                <a:r>
                  <a:rPr lang="en-US" dirty="0"/>
                  <a:t>, e.g., the max # of indexes, the max storage space, etc.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1363C6-B8DA-E0D3-4C0F-C2B630A0F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584" y="1428635"/>
                <a:ext cx="2646949" cy="1200329"/>
              </a:xfrm>
              <a:prstGeom prst="rect">
                <a:avLst/>
              </a:prstGeom>
              <a:blipFill>
                <a:blip r:embed="rId3"/>
                <a:stretch>
                  <a:fillRect l="-1843" t="-2538" r="-3687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DCD4E1C-B708-4E85-3B5E-3E716CBF9418}"/>
              </a:ext>
            </a:extLst>
          </p:cNvPr>
          <p:cNvSpPr/>
          <p:nvPr/>
        </p:nvSpPr>
        <p:spPr>
          <a:xfrm>
            <a:off x="2008660" y="1567135"/>
            <a:ext cx="3203260" cy="42713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C50C92-526C-74CB-1AF0-2E6A5A4FE57B}"/>
              </a:ext>
            </a:extLst>
          </p:cNvPr>
          <p:cNvSpPr txBox="1"/>
          <p:nvPr/>
        </p:nvSpPr>
        <p:spPr>
          <a:xfrm>
            <a:off x="2746821" y="1567135"/>
            <a:ext cx="1751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Index Tuner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B9A7B63F-2315-58AC-65E8-4732B794CC9C}"/>
              </a:ext>
            </a:extLst>
          </p:cNvPr>
          <p:cNvSpPr/>
          <p:nvPr/>
        </p:nvSpPr>
        <p:spPr>
          <a:xfrm>
            <a:off x="616620" y="2357720"/>
            <a:ext cx="1299878" cy="293000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B665C8-5D86-77B5-43DE-0DC0628698B6}"/>
                  </a:ext>
                </a:extLst>
              </p:cNvPr>
              <p:cNvSpPr txBox="1"/>
              <p:nvPr/>
            </p:nvSpPr>
            <p:spPr>
              <a:xfrm>
                <a:off x="494688" y="1991937"/>
                <a:ext cx="1472901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Γ</m:t>
                      </m:r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AB665C8-5D86-77B5-43DE-0DC062869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88" y="1991937"/>
                <a:ext cx="1472901" cy="400109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E9691756-03BE-0792-4021-945137F22E34}"/>
              </a:ext>
            </a:extLst>
          </p:cNvPr>
          <p:cNvGrpSpPr/>
          <p:nvPr/>
        </p:nvGrpSpPr>
        <p:grpSpPr>
          <a:xfrm>
            <a:off x="5071774" y="1567137"/>
            <a:ext cx="3596086" cy="4271373"/>
            <a:chOff x="5071774" y="1567137"/>
            <a:chExt cx="3596086" cy="427137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CB7F7FA-1FAC-0099-7950-5D5FB3D062C8}"/>
                </a:ext>
              </a:extLst>
            </p:cNvPr>
            <p:cNvSpPr txBox="1"/>
            <p:nvPr/>
          </p:nvSpPr>
          <p:spPr>
            <a:xfrm>
              <a:off x="6916742" y="1576439"/>
              <a:ext cx="134480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Database</a:t>
              </a:r>
            </a:p>
            <a:p>
              <a:r>
                <a:rPr lang="en-US" sz="2400" dirty="0"/>
                <a:t>Server</a:t>
              </a:r>
            </a:p>
          </p:txBody>
        </p:sp>
        <p:sp>
          <p:nvSpPr>
            <p:cNvPr id="37" name="Flowchart: Magnetic Disk 36">
              <a:extLst>
                <a:ext uri="{FF2B5EF4-FFF2-40B4-BE49-F238E27FC236}">
                  <a16:creationId xmlns:a16="http://schemas.microsoft.com/office/drawing/2014/main" id="{12D0F522-D226-5750-D9CA-3AF8833DA9CF}"/>
                </a:ext>
              </a:extLst>
            </p:cNvPr>
            <p:cNvSpPr/>
            <p:nvPr/>
          </p:nvSpPr>
          <p:spPr>
            <a:xfrm>
              <a:off x="7038161" y="2520471"/>
              <a:ext cx="1101970" cy="718169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CDE9E90-4C09-7C98-9736-55F089D7EEE0}"/>
                </a:ext>
              </a:extLst>
            </p:cNvPr>
            <p:cNvGrpSpPr/>
            <p:nvPr/>
          </p:nvGrpSpPr>
          <p:grpSpPr>
            <a:xfrm>
              <a:off x="5071774" y="1567137"/>
              <a:ext cx="3596086" cy="4271373"/>
              <a:chOff x="5071774" y="1567137"/>
              <a:chExt cx="3596086" cy="4271373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9627677-EFFC-CA3F-1B0C-159E27928170}"/>
                  </a:ext>
                </a:extLst>
              </p:cNvPr>
              <p:cNvGrpSpPr/>
              <p:nvPr/>
            </p:nvGrpSpPr>
            <p:grpSpPr>
              <a:xfrm>
                <a:off x="6552009" y="1567137"/>
                <a:ext cx="2115851" cy="4271373"/>
                <a:chOff x="5513835" y="1422061"/>
                <a:chExt cx="1746609" cy="2484877"/>
              </a:xfrm>
            </p:grpSpPr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30F50D77-3681-2944-B69C-90D3C24A1746}"/>
                    </a:ext>
                  </a:extLst>
                </p:cNvPr>
                <p:cNvSpPr/>
                <p:nvPr/>
              </p:nvSpPr>
              <p:spPr>
                <a:xfrm>
                  <a:off x="5513835" y="1422061"/>
                  <a:ext cx="1746609" cy="2484877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50" name="Rectangle: Rounded Corners 49">
                  <a:extLst>
                    <a:ext uri="{FF2B5EF4-FFF2-40B4-BE49-F238E27FC236}">
                      <a16:creationId xmlns:a16="http://schemas.microsoft.com/office/drawing/2014/main" id="{DB134C57-E529-DC8D-C948-A7EA3FA8ED5F}"/>
                    </a:ext>
                  </a:extLst>
                </p:cNvPr>
                <p:cNvSpPr/>
                <p:nvPr/>
              </p:nvSpPr>
              <p:spPr>
                <a:xfrm>
                  <a:off x="5690741" y="2516994"/>
                  <a:ext cx="1423525" cy="1312813"/>
                </a:xfrm>
                <a:prstGeom prst="round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/>
                    <a:t>Query Optimizer</a:t>
                  </a:r>
                </a:p>
                <a:p>
                  <a:pPr algn="ctr"/>
                  <a:r>
                    <a:rPr lang="en-US" sz="2400" dirty="0"/>
                    <a:t>(Extended)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FA7BDA55-38CA-8AE0-5ED6-60F5E9646D78}"/>
                      </a:ext>
                    </a:extLst>
                  </p:cNvPr>
                  <p:cNvSpPr txBox="1"/>
                  <p:nvPr/>
                </p:nvSpPr>
                <p:spPr>
                  <a:xfrm>
                    <a:off x="5332638" y="4565883"/>
                    <a:ext cx="1029924" cy="400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FA7BDA55-38CA-8AE0-5ED6-60F5E9646D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32638" y="4565883"/>
                    <a:ext cx="1029924" cy="40010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36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63E460AE-6BEF-6911-9720-7401B36D5E84}"/>
                      </a:ext>
                    </a:extLst>
                  </p:cNvPr>
                  <p:cNvSpPr txBox="1"/>
                  <p:nvPr/>
                </p:nvSpPr>
                <p:spPr>
                  <a:xfrm>
                    <a:off x="5234336" y="5268115"/>
                    <a:ext cx="1210231" cy="40010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63E460AE-6BEF-6911-9720-7401B36D5E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34336" y="5268115"/>
                    <a:ext cx="1210231" cy="40010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13131" b="-151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Arrow: Left-Right 37">
                <a:extLst>
                  <a:ext uri="{FF2B5EF4-FFF2-40B4-BE49-F238E27FC236}">
                    <a16:creationId xmlns:a16="http://schemas.microsoft.com/office/drawing/2014/main" id="{476C828D-6271-B8BC-3FED-9F6CEAD9162E}"/>
                  </a:ext>
                </a:extLst>
              </p:cNvPr>
              <p:cNvSpPr/>
              <p:nvPr/>
            </p:nvSpPr>
            <p:spPr>
              <a:xfrm>
                <a:off x="5265199" y="4918171"/>
                <a:ext cx="1254753" cy="400108"/>
              </a:xfrm>
              <a:prstGeom prst="leftRightArrow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393AABE-1E4C-97BE-6C4A-90F2240B5E23}"/>
                  </a:ext>
                </a:extLst>
              </p:cNvPr>
              <p:cNvSpPr txBox="1"/>
              <p:nvPr/>
            </p:nvSpPr>
            <p:spPr>
              <a:xfrm>
                <a:off x="5071774" y="4303077"/>
                <a:ext cx="16030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What-If Calls</a:t>
                </a: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8B9D91E-1E29-F30E-A131-C385DC2ED388}"/>
              </a:ext>
            </a:extLst>
          </p:cNvPr>
          <p:cNvGrpSpPr/>
          <p:nvPr/>
        </p:nvGrpSpPr>
        <p:grpSpPr>
          <a:xfrm>
            <a:off x="507136" y="3927590"/>
            <a:ext cx="4540810" cy="1784631"/>
            <a:chOff x="507136" y="3927590"/>
            <a:chExt cx="4540810" cy="1784631"/>
          </a:xfrm>
        </p:grpSpPr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7B8D2254-90F5-1FBB-11A7-B4F286425292}"/>
                </a:ext>
              </a:extLst>
            </p:cNvPr>
            <p:cNvSpPr/>
            <p:nvPr/>
          </p:nvSpPr>
          <p:spPr>
            <a:xfrm rot="10800000">
              <a:off x="616620" y="5228453"/>
              <a:ext cx="1299878" cy="325681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BCEF8F1-D1FC-4CD2-3BF3-03F2619E1CEB}"/>
                    </a:ext>
                  </a:extLst>
                </p:cNvPr>
                <p:cNvSpPr txBox="1"/>
                <p:nvPr/>
              </p:nvSpPr>
              <p:spPr>
                <a:xfrm>
                  <a:off x="507136" y="4506497"/>
                  <a:ext cx="1580582" cy="7325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/>
                    <a:t>Best</a:t>
                  </a:r>
                  <a:r>
                    <a:rPr lang="en-US" sz="2000" i="1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⊆{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sz="2000" i="1" dirty="0"/>
                    <a:t> </a:t>
                  </a:r>
                  <a:r>
                    <a:rPr lang="en-US" sz="2000" dirty="0" err="1"/>
                    <a:t>w.r.t.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Γ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BCEF8F1-D1FC-4CD2-3BF3-03F2619E1C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136" y="4506497"/>
                  <a:ext cx="1580582" cy="732572"/>
                </a:xfrm>
                <a:prstGeom prst="rect">
                  <a:avLst/>
                </a:prstGeom>
                <a:blipFill>
                  <a:blip r:embed="rId7"/>
                  <a:stretch>
                    <a:fillRect l="-2703" t="-3333" r="-772" b="-1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C4A254C-C107-7437-1AEF-6370B50723B3}"/>
                </a:ext>
              </a:extLst>
            </p:cNvPr>
            <p:cNvGrpSpPr/>
            <p:nvPr/>
          </p:nvGrpSpPr>
          <p:grpSpPr>
            <a:xfrm>
              <a:off x="2166775" y="3927590"/>
              <a:ext cx="2881171" cy="1784631"/>
              <a:chOff x="2166775" y="3927590"/>
              <a:chExt cx="2881171" cy="1784631"/>
            </a:xfrm>
          </p:grpSpPr>
          <p:sp>
            <p:nvSpPr>
              <p:cNvPr id="55" name="Arrow: Down 54">
                <a:extLst>
                  <a:ext uri="{FF2B5EF4-FFF2-40B4-BE49-F238E27FC236}">
                    <a16:creationId xmlns:a16="http://schemas.microsoft.com/office/drawing/2014/main" id="{11959E61-9DB5-42E4-D1B3-9C3CEAD89431}"/>
                  </a:ext>
                </a:extLst>
              </p:cNvPr>
              <p:cNvSpPr/>
              <p:nvPr/>
            </p:nvSpPr>
            <p:spPr>
              <a:xfrm>
                <a:off x="3327553" y="4017986"/>
                <a:ext cx="517183" cy="299844"/>
              </a:xfrm>
              <a:prstGeom prst="downArrow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0E4F1EDE-39B5-2A52-B8D5-7ACB5F0D570E}"/>
                  </a:ext>
                </a:extLst>
              </p:cNvPr>
              <p:cNvSpPr/>
              <p:nvPr/>
            </p:nvSpPr>
            <p:spPr>
              <a:xfrm>
                <a:off x="2166775" y="4359906"/>
                <a:ext cx="2881171" cy="1352315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Configuration Enumeration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2BAE35C3-7594-8104-F266-8FE2B21B4EC2}"/>
                      </a:ext>
                    </a:extLst>
                  </p:cNvPr>
                  <p:cNvSpPr txBox="1"/>
                  <p:nvPr/>
                </p:nvSpPr>
                <p:spPr>
                  <a:xfrm>
                    <a:off x="3817232" y="3927590"/>
                    <a:ext cx="1147390" cy="4247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{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2BAE35C3-7594-8104-F266-8FE2B21B4E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7232" y="3927590"/>
                    <a:ext cx="1147390" cy="42479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596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C2FA440-469E-33A2-EA37-20F6ABFCDF0E}"/>
              </a:ext>
            </a:extLst>
          </p:cNvPr>
          <p:cNvSpPr/>
          <p:nvPr/>
        </p:nvSpPr>
        <p:spPr>
          <a:xfrm>
            <a:off x="2125841" y="2053968"/>
            <a:ext cx="2881171" cy="7318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Workload Parsing/Analysis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76EDD30-95B4-3175-F4C4-933AF54F21AD}"/>
              </a:ext>
            </a:extLst>
          </p:cNvPr>
          <p:cNvGrpSpPr/>
          <p:nvPr/>
        </p:nvGrpSpPr>
        <p:grpSpPr>
          <a:xfrm>
            <a:off x="2166775" y="2771181"/>
            <a:ext cx="2881171" cy="1191518"/>
            <a:chOff x="2166775" y="2771181"/>
            <a:chExt cx="2881171" cy="1191518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C0381ECD-D228-71EF-540D-2E16F9A5B293}"/>
                </a:ext>
              </a:extLst>
            </p:cNvPr>
            <p:cNvSpPr/>
            <p:nvPr/>
          </p:nvSpPr>
          <p:spPr>
            <a:xfrm>
              <a:off x="2166775" y="3176577"/>
              <a:ext cx="2881171" cy="786122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Candidate Index </a:t>
              </a:r>
            </a:p>
            <a:p>
              <a:pPr algn="ctr"/>
              <a:r>
                <a:rPr lang="en-US" sz="2400" dirty="0"/>
                <a:t>Generation</a:t>
              </a:r>
            </a:p>
          </p:txBody>
        </p:sp>
        <p:sp>
          <p:nvSpPr>
            <p:cNvPr id="33" name="Arrow: Down 32">
              <a:extLst>
                <a:ext uri="{FF2B5EF4-FFF2-40B4-BE49-F238E27FC236}">
                  <a16:creationId xmlns:a16="http://schemas.microsoft.com/office/drawing/2014/main" id="{3065FE9C-6413-B4F2-8376-9161F67DDB7C}"/>
                </a:ext>
              </a:extLst>
            </p:cNvPr>
            <p:cNvSpPr/>
            <p:nvPr/>
          </p:nvSpPr>
          <p:spPr>
            <a:xfrm>
              <a:off x="3313593" y="2825381"/>
              <a:ext cx="517183" cy="299844"/>
            </a:xfrm>
            <a:prstGeom prst="downArrow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D414F7C-544E-FC44-165F-DFF51E81D08C}"/>
                    </a:ext>
                  </a:extLst>
                </p:cNvPr>
                <p:cNvSpPr txBox="1"/>
                <p:nvPr/>
              </p:nvSpPr>
              <p:spPr>
                <a:xfrm>
                  <a:off x="3592048" y="2771181"/>
                  <a:ext cx="114739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Γ</m:t>
                        </m:r>
                      </m:oMath>
                    </m:oMathPara>
                  </a14:m>
                  <a:endParaRPr lang="en-US" sz="2000" i="1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D414F7C-544E-FC44-165F-DFF51E81D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2048" y="2771181"/>
                  <a:ext cx="1147390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8564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440"/>
    </mc:Choice>
    <mc:Fallback xmlns="">
      <p:transition spd="slow" advTm="1354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DB0069-48BC-22C4-C3BE-E570F3318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724" y="1247930"/>
            <a:ext cx="5943600" cy="29123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77EB65-9062-9CB7-2C30-30E44D1F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Budget-aware Index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C3FFA-084F-5F48-0717-1855D46C1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937" y="1690688"/>
            <a:ext cx="1115191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What-if calls are expensive.</a:t>
            </a:r>
            <a:endParaRPr lang="en-US" dirty="0">
              <a:solidFill>
                <a:srgbClr val="FFFFFF"/>
              </a:solidFill>
            </a:endParaRPr>
          </a:p>
          <a:p>
            <a:pPr lvl="1"/>
            <a:r>
              <a:rPr lang="en-US" dirty="0"/>
              <a:t>They dominate index tuning time.</a:t>
            </a:r>
          </a:p>
          <a:p>
            <a:pPr lvl="1"/>
            <a:r>
              <a:rPr lang="en-US" b="1" u="sng" dirty="0"/>
              <a:t>Example</a:t>
            </a:r>
            <a:r>
              <a:rPr lang="en-US" dirty="0"/>
              <a:t>: TPC-DS with 99 queries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Budget-aware index tuning (SIGMOD 2022) </a:t>
            </a:r>
          </a:p>
          <a:p>
            <a:pPr lvl="1"/>
            <a:r>
              <a:rPr lang="en-US" dirty="0"/>
              <a:t>Constrain the number of what-if calls in configuration enumeration.</a:t>
            </a:r>
          </a:p>
          <a:p>
            <a:pPr lvl="1"/>
            <a:r>
              <a:rPr lang="en-US" dirty="0"/>
              <a:t>Find the best index configuration under the budget constraint.</a:t>
            </a:r>
          </a:p>
          <a:p>
            <a:pPr lvl="1"/>
            <a:r>
              <a:rPr lang="en-US" dirty="0"/>
              <a:t>Proposed algorithms: two-phase greedy (TPG), Monte Carlo tree search (MCTS)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A8915-AE73-0661-1A43-F1E788318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4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02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329"/>
    </mc:Choice>
    <mc:Fallback xmlns="">
      <p:transition spd="slow" advTm="903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EDA9-E457-EAC0-E3C5-F4A30A6A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809" y="410368"/>
            <a:ext cx="11270381" cy="1325563"/>
          </a:xfrm>
        </p:spPr>
        <p:txBody>
          <a:bodyPr/>
          <a:lstStyle/>
          <a:p>
            <a:r>
              <a:rPr lang="en-US" dirty="0"/>
              <a:t>Diminishing Return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23CEB-398E-0048-7DF1-35DB4C53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5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01FDF9-D8C6-BC7C-4E31-518CC86D71CE}"/>
              </a:ext>
            </a:extLst>
          </p:cNvPr>
          <p:cNvGrpSpPr/>
          <p:nvPr/>
        </p:nvGrpSpPr>
        <p:grpSpPr>
          <a:xfrm>
            <a:off x="826569" y="1658610"/>
            <a:ext cx="10365604" cy="3882034"/>
            <a:chOff x="826569" y="1658610"/>
            <a:chExt cx="9952310" cy="354078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FF4641F-A717-33A9-EF9A-2D24FE81878F}"/>
                </a:ext>
              </a:extLst>
            </p:cNvPr>
            <p:cNvGrpSpPr/>
            <p:nvPr/>
          </p:nvGrpSpPr>
          <p:grpSpPr>
            <a:xfrm>
              <a:off x="826569" y="1658610"/>
              <a:ext cx="9952310" cy="3540780"/>
              <a:chOff x="557062" y="1690138"/>
              <a:chExt cx="9952310" cy="354078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8D526B2-F83D-1057-3CA2-A408CBBBE038}"/>
                  </a:ext>
                </a:extLst>
              </p:cNvPr>
              <p:cNvGrpSpPr/>
              <p:nvPr/>
            </p:nvGrpSpPr>
            <p:grpSpPr>
              <a:xfrm>
                <a:off x="557062" y="1735931"/>
                <a:ext cx="4736833" cy="3494987"/>
                <a:chOff x="545919" y="2239306"/>
                <a:chExt cx="4381725" cy="3261857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3E88FBFE-0AEE-FE01-6D23-8385F67AA5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45919" y="2239306"/>
                  <a:ext cx="4381725" cy="2743341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E21EC83-12F3-BAFD-DB68-8822C23DEEFD}"/>
                    </a:ext>
                  </a:extLst>
                </p:cNvPr>
                <p:cNvSpPr txBox="1"/>
                <p:nvPr/>
              </p:nvSpPr>
              <p:spPr>
                <a:xfrm>
                  <a:off x="1361836" y="5156467"/>
                  <a:ext cx="3320995" cy="3446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/>
                    <a:t>(a) TPC-H</a:t>
                  </a:r>
                  <a:r>
                    <a:rPr lang="en-US" dirty="0"/>
                    <a:t>, Two-phase greedy search</a:t>
                  </a:r>
                </a:p>
              </p:txBody>
            </p: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4BEE7C77-CF26-3512-2BB2-16AC18F17D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79571" y="2877954"/>
                  <a:ext cx="0" cy="1626669"/>
                </a:xfrm>
                <a:prstGeom prst="line">
                  <a:avLst/>
                </a:prstGeom>
                <a:ln w="25400">
                  <a:solidFill>
                    <a:srgbClr val="7030A0"/>
                  </a:solidFill>
                  <a:prstDash val="lgDashDot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9835CA40-D780-5ED4-C1B5-0D73E3909650}"/>
                    </a:ext>
                  </a:extLst>
                </p:cNvPr>
                <p:cNvCxnSpPr/>
                <p:nvPr/>
              </p:nvCxnSpPr>
              <p:spPr>
                <a:xfrm>
                  <a:off x="2579571" y="3651711"/>
                  <a:ext cx="442762" cy="0"/>
                </a:xfrm>
                <a:prstGeom prst="straightConnector1">
                  <a:avLst/>
                </a:prstGeom>
                <a:ln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D5D5ABD-91E6-B181-02AF-41E7841890F9}"/>
                    </a:ext>
                  </a:extLst>
                </p:cNvPr>
                <p:cNvSpPr txBox="1"/>
                <p:nvPr/>
              </p:nvSpPr>
              <p:spPr>
                <a:xfrm>
                  <a:off x="3022333" y="3374721"/>
                  <a:ext cx="1386917" cy="550192"/>
                </a:xfrm>
                <a:prstGeom prst="rect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7030A0"/>
                      </a:solidFill>
                    </a:rPr>
                    <a:t>Could have stopped here</a:t>
                  </a:r>
                </a:p>
              </p:txBody>
            </p:sp>
          </p:grp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AF3D19B-20E3-F4F2-B5B3-3AE374505F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72539" y="1690138"/>
                <a:ext cx="4736833" cy="298062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5168B8-DB9A-D25B-AF33-D3B350FAD9D9}"/>
                  </a:ext>
                </a:extLst>
              </p:cNvPr>
              <p:cNvSpPr txBox="1"/>
              <p:nvPr/>
            </p:nvSpPr>
            <p:spPr>
              <a:xfrm>
                <a:off x="6637547" y="4861586"/>
                <a:ext cx="35901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(b) Real-D</a:t>
                </a:r>
                <a:r>
                  <a:rPr lang="en-US" dirty="0"/>
                  <a:t>, Monte Carlo tree search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4016925-5E81-BF73-B81A-E927F19E127C}"/>
                </a:ext>
              </a:extLst>
            </p:cNvPr>
            <p:cNvCxnSpPr>
              <a:cxnSpLocks/>
            </p:cNvCxnSpPr>
            <p:nvPr/>
          </p:nvCxnSpPr>
          <p:spPr>
            <a:xfrm>
              <a:off x="8818842" y="2339622"/>
              <a:ext cx="0" cy="1742930"/>
            </a:xfrm>
            <a:prstGeom prst="line">
              <a:avLst/>
            </a:prstGeom>
            <a:ln w="25400">
              <a:solidFill>
                <a:srgbClr val="7030A0"/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CEC3633-8E73-705E-209C-4D75CD3AE4C0}"/>
                </a:ext>
              </a:extLst>
            </p:cNvPr>
            <p:cNvCxnSpPr/>
            <p:nvPr/>
          </p:nvCxnSpPr>
          <p:spPr>
            <a:xfrm>
              <a:off x="8818842" y="3423118"/>
              <a:ext cx="478645" cy="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33215B-3858-8418-6E66-CD5438613829}"/>
                </a:ext>
              </a:extLst>
            </p:cNvPr>
            <p:cNvSpPr txBox="1"/>
            <p:nvPr/>
          </p:nvSpPr>
          <p:spPr>
            <a:xfrm>
              <a:off x="9297487" y="3055660"/>
              <a:ext cx="1409419" cy="589515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Could have stopped 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364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890"/>
    </mc:Choice>
    <mc:Fallback xmlns="">
      <p:transition spd="slow" advTm="7289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8706-3BA3-F7DD-4A41-46C5097CD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Stopping for Budget-aware Index Tuning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15BD7-CC50-9F8D-8C92-66C90399D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10795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Define the </a:t>
                </a:r>
                <a:r>
                  <a:rPr lang="en-US" i="1" dirty="0">
                    <a:solidFill>
                      <a:srgbClr val="C00000"/>
                    </a:solidFill>
                  </a:rPr>
                  <a:t>percentage improvement</a:t>
                </a:r>
                <a:r>
                  <a:rPr lang="en-US" dirty="0"/>
                  <a:t> of an index configuration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∅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,∅)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×100%=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,∅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×100%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 represents the existing index configuration.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be the </a:t>
                </a:r>
                <a:r>
                  <a:rPr lang="en-US" i="1" dirty="0">
                    <a:solidFill>
                      <a:srgbClr val="C00000"/>
                    </a:solidFill>
                  </a:rPr>
                  <a:t>best</a:t>
                </a:r>
                <a:r>
                  <a:rPr lang="en-US" dirty="0"/>
                  <a:t> index configuration </a:t>
                </a:r>
                <a:r>
                  <a:rPr lang="en-US" i="1" dirty="0">
                    <a:solidFill>
                      <a:srgbClr val="C00000"/>
                    </a:solidFill>
                  </a:rPr>
                  <a:t>after making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what-if calls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With this notation,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</a:t>
                </a:r>
                <a:r>
                  <a:rPr lang="en-US" i="1" dirty="0">
                    <a:solidFill>
                      <a:srgbClr val="C00000"/>
                    </a:solidFill>
                  </a:rPr>
                  <a:t>best</a:t>
                </a:r>
                <a:r>
                  <a:rPr lang="en-US" dirty="0"/>
                  <a:t> index configuration after </a:t>
                </a:r>
                <a:r>
                  <a:rPr lang="en-US" i="1" dirty="0">
                    <a:solidFill>
                      <a:srgbClr val="C00000"/>
                    </a:solidFill>
                  </a:rPr>
                  <a:t>using up all budget</a:t>
                </a:r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Stop making more what-if calls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 is some user-specified threshold.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715BD7-CC50-9F8D-8C92-66C90399D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10795" cy="4351338"/>
              </a:xfrm>
              <a:blipFill>
                <a:blip r:embed="rId3"/>
                <a:stretch>
                  <a:fillRect l="-95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C0419-8417-46C1-3470-4B3D6438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59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11"/>
    </mc:Choice>
    <mc:Fallback xmlns="">
      <p:transition spd="slow" advTm="569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CB98-9BCF-4821-2D09-4DA71EEC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F794B4-B630-9ABD-E42C-6F5F430D22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8625" y="1847850"/>
                <a:ext cx="10830339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is </a:t>
                </a:r>
                <a:r>
                  <a:rPr lang="en-US" i="1" dirty="0">
                    <a:solidFill>
                      <a:srgbClr val="C00000"/>
                    </a:solidFill>
                  </a:rPr>
                  <a:t>unknown</a:t>
                </a:r>
                <a:r>
                  <a:rPr lang="en-US" dirty="0"/>
                  <a:t> with only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what-if calls made.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unknown</a:t>
                </a:r>
                <a:r>
                  <a:rPr lang="en-US" dirty="0"/>
                  <a:t> unless we make extra what-if calls.</a:t>
                </a:r>
              </a:p>
              <a:p>
                <a:pPr lvl="1"/>
                <a:r>
                  <a:rPr lang="en-US" dirty="0"/>
                  <a:t>As a common practice in budget-aware index tuning, we only know the </a:t>
                </a:r>
                <a:r>
                  <a:rPr lang="en-US" i="1" dirty="0">
                    <a:solidFill>
                      <a:srgbClr val="C00000"/>
                    </a:solidFill>
                  </a:rPr>
                  <a:t>derived cost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 rather than the true what-if cost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Derived cost is much cheaper than making a what-if call but can be inaccurate.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F794B4-B630-9ABD-E42C-6F5F430D22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8625" y="1847850"/>
                <a:ext cx="10830339" cy="4351338"/>
              </a:xfrm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98583-4A0F-74FC-8710-1F6049E7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2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683"/>
    </mc:Choice>
    <mc:Fallback xmlns="">
      <p:transition spd="slow" advTm="666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02A15-2962-3646-6FA9-8A79B14A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664659-603A-6349-41F8-C5BEBF2A8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6717" y="1561479"/>
                <a:ext cx="5330549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Develop an</a:t>
                </a:r>
                <a:r>
                  <a:rPr lang="en-US" dirty="0">
                    <a:solidFill>
                      <a:srgbClr val="C00000"/>
                    </a:solidFill>
                  </a:rPr>
                  <a:t> upper-bound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It is equivalent to developing a lower-bound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dirty="0"/>
                  <a:t>Develop a </a:t>
                </a:r>
                <a:r>
                  <a:rPr lang="en-US" dirty="0">
                    <a:solidFill>
                      <a:srgbClr val="C00000"/>
                    </a:solidFill>
                  </a:rPr>
                  <a:t>lower-bound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It is equivalent to developing an upper-bound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Check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This implies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664659-603A-6349-41F8-C5BEBF2A8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6717" y="1561479"/>
                <a:ext cx="5330549" cy="4351338"/>
              </a:xfrm>
              <a:blipFill>
                <a:blip r:embed="rId2"/>
                <a:stretch>
                  <a:fillRect l="-1714" t="-2801" r="-3200" b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ED521-5B5D-6270-8798-6A115EF8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D550B-C7BF-20EB-9F2C-03B6CE7F6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266" y="1918253"/>
            <a:ext cx="6084491" cy="30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0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810"/>
    </mc:Choice>
    <mc:Fallback xmlns="">
      <p:transition spd="slow" advTm="4481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1BC5-DFDF-0715-7CB8-49B5256B9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Technical Details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6B6DD-EAC7-18D0-E4A5-092B33EDC9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4162" y="1594436"/>
                <a:ext cx="11763676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We extend the </a:t>
                </a:r>
                <a:r>
                  <a:rPr lang="en-US" dirty="0">
                    <a:solidFill>
                      <a:srgbClr val="C00000"/>
                    </a:solidFill>
                  </a:rPr>
                  <a:t>query-level</a:t>
                </a:r>
                <a:r>
                  <a:rPr lang="en-US" dirty="0"/>
                  <a:t> lower bound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upper bound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, developed in our previous work, to the </a:t>
                </a:r>
                <a:r>
                  <a:rPr lang="en-US" dirty="0">
                    <a:solidFill>
                      <a:srgbClr val="C00000"/>
                    </a:solidFill>
                  </a:rPr>
                  <a:t>workload level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Wii: Dynamic Budget Reallocation in Index Tuning, SIGMOD 2024.</a:t>
                </a:r>
              </a:p>
              <a:p>
                <a:pPr lvl="1"/>
                <a:endParaRPr lang="en-US" dirty="0">
                  <a:solidFill>
                    <a:srgbClr val="0070C0"/>
                  </a:solidFill>
                </a:endParaRPr>
              </a:p>
              <a:p>
                <a:r>
                  <a:rPr lang="en-US" dirty="0"/>
                  <a:t>We propose both general versions of the </a:t>
                </a:r>
                <a:r>
                  <a:rPr lang="en-US" dirty="0">
                    <a:solidFill>
                      <a:srgbClr val="C00000"/>
                    </a:solidFill>
                  </a:rPr>
                  <a:t>workload-level</a:t>
                </a:r>
                <a:r>
                  <a:rPr lang="en-US" dirty="0"/>
                  <a:t> lower/upper bounds and their </a:t>
                </a:r>
                <a:r>
                  <a:rPr lang="en-US" dirty="0">
                    <a:solidFill>
                      <a:srgbClr val="C00000"/>
                    </a:solidFill>
                  </a:rPr>
                  <a:t>optimized</a:t>
                </a:r>
                <a:r>
                  <a:rPr lang="en-US" dirty="0"/>
                  <a:t> versions (i.e., </a:t>
                </a:r>
                <a:r>
                  <a:rPr lang="en-US" i="1" dirty="0">
                    <a:solidFill>
                      <a:srgbClr val="C00000"/>
                    </a:solidFill>
                  </a:rPr>
                  <a:t>tighter bounds</a:t>
                </a:r>
                <a:r>
                  <a:rPr lang="en-US" dirty="0"/>
                  <a:t>) for </a:t>
                </a:r>
                <a:r>
                  <a:rPr lang="en-US" dirty="0">
                    <a:solidFill>
                      <a:srgbClr val="C00000"/>
                    </a:solidFill>
                  </a:rPr>
                  <a:t>greedy search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Greedy search is used by both TPG and MCTS (as a building block).</a:t>
                </a:r>
              </a:p>
              <a:p>
                <a:pPr lvl="1"/>
                <a:r>
                  <a:rPr lang="en-US" dirty="0"/>
                  <a:t>We develop a “</a:t>
                </a:r>
                <a:r>
                  <a:rPr lang="en-US" dirty="0">
                    <a:solidFill>
                      <a:srgbClr val="C00000"/>
                    </a:solidFill>
                  </a:rPr>
                  <a:t>simulated greedy search</a:t>
                </a:r>
                <a:r>
                  <a:rPr lang="en-US" dirty="0"/>
                  <a:t>” procedure to compute the optimized versions of the lower and upper bounds in a </a:t>
                </a:r>
                <a:r>
                  <a:rPr lang="en-US" dirty="0">
                    <a:solidFill>
                      <a:srgbClr val="C00000"/>
                    </a:solidFill>
                  </a:rPr>
                  <a:t>uniform</a:t>
                </a:r>
                <a:r>
                  <a:rPr lang="en-US" dirty="0"/>
                  <a:t> manner.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We further propose </a:t>
                </a:r>
                <a:r>
                  <a:rPr lang="en-US" dirty="0">
                    <a:solidFill>
                      <a:srgbClr val="C00000"/>
                    </a:solidFill>
                  </a:rPr>
                  <a:t>refined</a:t>
                </a:r>
                <a:r>
                  <a:rPr lang="en-US" dirty="0"/>
                  <a:t> bounds by considering </a:t>
                </a:r>
                <a:r>
                  <a:rPr lang="en-US" dirty="0">
                    <a:solidFill>
                      <a:srgbClr val="C00000"/>
                    </a:solidFill>
                  </a:rPr>
                  <a:t>index interactions</a:t>
                </a:r>
                <a:r>
                  <a:rPr lang="en-US" dirty="0"/>
                  <a:t> at workload level (e.g., benefits of similar indexes will be discounted).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A6B6DD-EAC7-18D0-E4A5-092B33EDC9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4162" y="1594436"/>
                <a:ext cx="11763676" cy="4351338"/>
              </a:xfrm>
              <a:blipFill>
                <a:blip r:embed="rId3"/>
                <a:stretch>
                  <a:fillRect l="-777" t="-2945" r="-1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3D32F-E940-2A96-68C7-5216505D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114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560"/>
    </mc:Choice>
    <mc:Fallback xmlns="">
      <p:transition spd="slow" advTm="615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472B0-E77E-4FA3-06A4-16CC8A51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Early-stopping Verification (ESV)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C7806-9A79-E273-82FE-FCCA80BC9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</a:t>
            </a:r>
            <a:r>
              <a:rPr lang="en-US" dirty="0">
                <a:solidFill>
                  <a:srgbClr val="C00000"/>
                </a:solidFill>
              </a:rPr>
              <a:t>computation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overhead</a:t>
            </a:r>
            <a:r>
              <a:rPr lang="en-US" dirty="0"/>
              <a:t> of ESV, i.e., computing the lower and upper bounds (e.g., by running simulated greedy search).</a:t>
            </a:r>
          </a:p>
          <a:p>
            <a:endParaRPr lang="en-US" dirty="0"/>
          </a:p>
          <a:p>
            <a:r>
              <a:rPr lang="en-US" dirty="0"/>
              <a:t>As a result, </a:t>
            </a:r>
            <a:r>
              <a:rPr lang="en-US" dirty="0">
                <a:solidFill>
                  <a:srgbClr val="C00000"/>
                </a:solidFill>
              </a:rPr>
              <a:t>we should not invoke ESV too frequently</a:t>
            </a:r>
            <a:r>
              <a:rPr lang="en-US" dirty="0"/>
              <a:t>, which may result in nontrivial computation overhead.</a:t>
            </a:r>
          </a:p>
          <a:p>
            <a:endParaRPr lang="en-US" dirty="0"/>
          </a:p>
          <a:p>
            <a:r>
              <a:rPr lang="en-US" b="1" u="sng" dirty="0"/>
              <a:t>Question: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When</a:t>
            </a:r>
            <a:r>
              <a:rPr lang="en-US" dirty="0"/>
              <a:t> should we then invoke ESV?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36B89-B77F-4628-249E-09E266E8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1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C070-A8B2-DBDA-B2D5-99E0686B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Early-stopping Verification (ESV) Scheme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60FD4A-B042-6DE3-6902-64409A8855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 simple ESV scheme with </a:t>
                </a:r>
                <a:r>
                  <a:rPr lang="en-US" dirty="0">
                    <a:solidFill>
                      <a:srgbClr val="C00000"/>
                    </a:solidFill>
                  </a:rPr>
                  <a:t>fixed step size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Invoke ESV after making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what-if calls,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(assuming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)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dirty="0">
                    <a:solidFill>
                      <a:srgbClr val="C00000"/>
                    </a:solidFill>
                  </a:rPr>
                  <a:t>step size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b="1" u="sng" dirty="0"/>
                  <a:t>Problem</a:t>
                </a:r>
                <a:r>
                  <a:rPr lang="en-US" dirty="0"/>
                  <a:t>: It can result in many </a:t>
                </a:r>
                <a:r>
                  <a:rPr lang="en-US" dirty="0">
                    <a:solidFill>
                      <a:srgbClr val="C00000"/>
                    </a:solidFill>
                  </a:rPr>
                  <a:t>unnecessary</a:t>
                </a:r>
                <a:r>
                  <a:rPr lang="en-US" dirty="0"/>
                  <a:t> ESV invocations and thus </a:t>
                </a:r>
                <a:r>
                  <a:rPr lang="en-US" dirty="0">
                    <a:solidFill>
                      <a:srgbClr val="C00000"/>
                    </a:solidFill>
                  </a:rPr>
                  <a:t>significant computation overhead</a:t>
                </a:r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We propose an ESV scheme by monitoring the </a:t>
                </a:r>
                <a:r>
                  <a:rPr lang="en-US" dirty="0">
                    <a:solidFill>
                      <a:srgbClr val="C00000"/>
                    </a:solidFill>
                  </a:rPr>
                  <a:t>convexity</a:t>
                </a:r>
                <a:r>
                  <a:rPr lang="en-US" dirty="0"/>
                  <a:t> and </a:t>
                </a:r>
                <a:r>
                  <a:rPr lang="en-US" dirty="0">
                    <a:solidFill>
                      <a:srgbClr val="C00000"/>
                    </a:solidFill>
                  </a:rPr>
                  <a:t>concavity</a:t>
                </a:r>
                <a:r>
                  <a:rPr lang="en-US" dirty="0"/>
                  <a:t> of the “</a:t>
                </a:r>
                <a:r>
                  <a:rPr lang="en-US" dirty="0">
                    <a:solidFill>
                      <a:srgbClr val="C00000"/>
                    </a:solidFill>
                  </a:rPr>
                  <a:t>index tuning curve</a:t>
                </a:r>
                <a:r>
                  <a:rPr lang="en-US" dirty="0"/>
                  <a:t>” (ITC) to </a:t>
                </a:r>
                <a:r>
                  <a:rPr lang="en-US" dirty="0">
                    <a:solidFill>
                      <a:srgbClr val="C00000"/>
                    </a:solidFill>
                  </a:rPr>
                  <a:t>reduce overhead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60FD4A-B042-6DE3-6902-64409A8855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CD1ED-6757-F598-2547-CBD4C5FE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11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8514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796"/>
    </mc:Choice>
    <mc:Fallback xmlns="">
      <p:transition spd="slow" advTm="697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09EA-B9BA-BA08-16AC-AC9C7F9E8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754" y="320370"/>
            <a:ext cx="11097126" cy="1325563"/>
          </a:xfrm>
        </p:spPr>
        <p:txBody>
          <a:bodyPr/>
          <a:lstStyle/>
          <a:p>
            <a:r>
              <a:rPr lang="en-US" dirty="0"/>
              <a:t>ESVS by Monitoring Convexity/Concavity of ITC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785C4-F7A1-A620-E1E9-4FD7695F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12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E7C0AF-E3D9-AC62-8731-1C4A8682DB09}"/>
              </a:ext>
            </a:extLst>
          </p:cNvPr>
          <p:cNvGrpSpPr/>
          <p:nvPr/>
        </p:nvGrpSpPr>
        <p:grpSpPr>
          <a:xfrm>
            <a:off x="5651666" y="1347538"/>
            <a:ext cx="6389537" cy="4903928"/>
            <a:chOff x="5651666" y="1347538"/>
            <a:chExt cx="6389537" cy="4903928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9556921-C618-C871-5F4E-3DE627AD2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51666" y="1347538"/>
              <a:ext cx="6252843" cy="279231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2798C3C-04A8-1DDF-68D9-3A314B7B20DD}"/>
                    </a:ext>
                  </a:extLst>
                </p:cNvPr>
                <p:cNvSpPr txBox="1"/>
                <p:nvPr/>
              </p:nvSpPr>
              <p:spPr>
                <a:xfrm>
                  <a:off x="6792558" y="4769457"/>
                  <a:ext cx="4394872" cy="1482009"/>
                </a:xfrm>
                <a:prstGeom prst="rect">
                  <a:avLst/>
                </a:prstGeom>
                <a:noFill/>
                <a:ln w="444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u="sng" dirty="0"/>
                    <a:t>Improvement Rate</a:t>
                  </a:r>
                  <a:r>
                    <a:rPr lang="en-US" sz="2000" b="1" dirty="0"/>
                    <a:t>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a14:m>
                  <a:endParaRPr lang="en-US" sz="2000" dirty="0"/>
                </a:p>
                <a:p>
                  <a:r>
                    <a:rPr lang="en-US" sz="2000" b="1" u="sng" dirty="0"/>
                    <a:t>Latest Improvement Rate</a:t>
                  </a:r>
                  <a:r>
                    <a:rPr lang="en-US" sz="2000" b="1" dirty="0"/>
                    <a:t>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a14:m>
                  <a:endParaRPr lang="en-US" sz="2000" dirty="0"/>
                </a:p>
                <a:p>
                  <a:r>
                    <a:rPr lang="en-US" sz="2000" b="1" u="sng" dirty="0"/>
                    <a:t>Convex: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US" sz="2000" dirty="0"/>
                    <a:t> ; </a:t>
                  </a:r>
                  <a:r>
                    <a:rPr lang="en-US" sz="2000" b="1" u="sng" dirty="0"/>
                    <a:t>Concave: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lang="en-US" sz="2000" dirty="0"/>
                    <a:t> .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2798C3C-04A8-1DDF-68D9-3A314B7B2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2558" y="4769457"/>
                  <a:ext cx="4394872" cy="1482009"/>
                </a:xfrm>
                <a:prstGeom prst="rect">
                  <a:avLst/>
                </a:prstGeom>
                <a:blipFill>
                  <a:blip r:embed="rId5"/>
                  <a:stretch>
                    <a:fillRect l="-1387" b="-4508"/>
                  </a:stretch>
                </a:blipFill>
                <a:ln w="444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00B07A-9AFE-4B2A-6F1B-FB3D05641299}"/>
                </a:ext>
              </a:extLst>
            </p:cNvPr>
            <p:cNvSpPr txBox="1"/>
            <p:nvPr/>
          </p:nvSpPr>
          <p:spPr>
            <a:xfrm>
              <a:off x="5938786" y="4139853"/>
              <a:ext cx="61024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 “</a:t>
              </a:r>
              <a:r>
                <a:rPr lang="en-US" dirty="0">
                  <a:solidFill>
                    <a:srgbClr val="C00000"/>
                  </a:solidFill>
                </a:rPr>
                <a:t>index tuning curve</a:t>
              </a:r>
              <a:r>
                <a:rPr lang="en-US" dirty="0"/>
                <a:t>” (ITC) represents a </a:t>
              </a:r>
              <a:r>
                <a:rPr lang="en-US" dirty="0">
                  <a:solidFill>
                    <a:srgbClr val="C00000"/>
                  </a:solidFill>
                </a:rPr>
                <a:t>function</a:t>
              </a:r>
              <a:r>
                <a:rPr lang="en-US" dirty="0"/>
                <a:t> from the number of what-if calls made to the improvement observed.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2BB4B0E8-63E5-EBE6-F11C-996571146A7E}"/>
                  </a:ext>
                </a:extLst>
              </p:cNvPr>
              <p:cNvSpPr/>
              <p:nvPr/>
            </p:nvSpPr>
            <p:spPr>
              <a:xfrm>
                <a:off x="643754" y="1424538"/>
                <a:ext cx="4766425" cy="82674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Start with the fixed step-size ESV scheme: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2BB4B0E8-63E5-EBE6-F11C-996571146A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54" y="1424538"/>
                <a:ext cx="4766425" cy="82674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122A259B-93D1-5AEE-BDA3-F3FF96659632}"/>
              </a:ext>
            </a:extLst>
          </p:cNvPr>
          <p:cNvGrpSpPr/>
          <p:nvPr/>
        </p:nvGrpSpPr>
        <p:grpSpPr>
          <a:xfrm>
            <a:off x="991955" y="2336696"/>
            <a:ext cx="4070022" cy="2576322"/>
            <a:chOff x="991955" y="2336696"/>
            <a:chExt cx="4070022" cy="2576322"/>
          </a:xfrm>
        </p:grpSpPr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3D3BB65E-2195-0AF9-7E8F-AC9A44B2B76A}"/>
                </a:ext>
              </a:extLst>
            </p:cNvPr>
            <p:cNvSpPr/>
            <p:nvPr/>
          </p:nvSpPr>
          <p:spPr>
            <a:xfrm>
              <a:off x="2605501" y="2336696"/>
              <a:ext cx="450903" cy="306365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AD07512F-06F6-7FBB-313B-2F7BB0550007}"/>
                    </a:ext>
                  </a:extLst>
                </p:cNvPr>
                <p:cNvSpPr/>
                <p:nvPr/>
              </p:nvSpPr>
              <p:spPr>
                <a:xfrm>
                  <a:off x="991955" y="2750101"/>
                  <a:ext cx="4070022" cy="2162917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/>
                    <a:t>Check the “</a:t>
                  </a:r>
                  <a:r>
                    <a:rPr lang="en-US" sz="2000" u="sng" dirty="0"/>
                    <a:t>significance of concavity</a:t>
                  </a:r>
                  <a:r>
                    <a:rPr lang="en-US" sz="2000" dirty="0"/>
                    <a:t>”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dirty="0"/>
                    <a:t>at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r>
                    <a:rPr lang="en-US" sz="2000" dirty="0"/>
                    <a:t>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b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p>
                            </m:sSubSup>
                          </m:den>
                        </m:f>
                      </m:oMath>
                    </m:oMathPara>
                  </a14:m>
                  <a:endParaRPr lang="en-US" sz="2000" b="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⋅(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⋅(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AD07512F-06F6-7FBB-313B-2F7BB05500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955" y="2750101"/>
                  <a:ext cx="4070022" cy="2162917"/>
                </a:xfrm>
                <a:prstGeom prst="roundRect">
                  <a:avLst/>
                </a:prstGeom>
                <a:blipFill>
                  <a:blip r:embed="rId7"/>
                  <a:stretch>
                    <a:fillRect t="-1401" b="-16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637F03-D437-032B-8CBC-D9F8B28C34FF}"/>
              </a:ext>
            </a:extLst>
          </p:cNvPr>
          <p:cNvGrpSpPr/>
          <p:nvPr/>
        </p:nvGrpSpPr>
        <p:grpSpPr>
          <a:xfrm>
            <a:off x="991955" y="5020057"/>
            <a:ext cx="4070022" cy="1274466"/>
            <a:chOff x="991955" y="5020057"/>
            <a:chExt cx="4070022" cy="1274466"/>
          </a:xfrm>
        </p:grpSpPr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CAD05DD8-251C-C0FE-BA9A-4564A080B95D}"/>
                </a:ext>
              </a:extLst>
            </p:cNvPr>
            <p:cNvSpPr/>
            <p:nvPr/>
          </p:nvSpPr>
          <p:spPr>
            <a:xfrm>
              <a:off x="2662690" y="5020057"/>
              <a:ext cx="450903" cy="306365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E3D4D6B4-B439-EAB3-C8BB-56ACBF2091D1}"/>
                    </a:ext>
                  </a:extLst>
                </p:cNvPr>
                <p:cNvSpPr/>
                <p:nvPr/>
              </p:nvSpPr>
              <p:spPr>
                <a:xfrm>
                  <a:off x="991955" y="5433462"/>
                  <a:ext cx="4070022" cy="861061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dirty="0"/>
                    <a:t>Invoke ESV if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a14:m>
                  <a:r>
                    <a:rPr lang="en-US" sz="2000" dirty="0"/>
                    <a:t>, where 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0&lt;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a14:m>
                  <a:r>
                    <a:rPr lang="en-US" sz="2000" dirty="0"/>
                    <a:t> is some threshold.</a:t>
                  </a:r>
                </a:p>
              </p:txBody>
            </p:sp>
          </mc:Choice>
          <mc:Fallback xmlns=""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E3D4D6B4-B439-EAB3-C8BB-56ACBF2091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955" y="5433462"/>
                  <a:ext cx="4070022" cy="861061"/>
                </a:xfrm>
                <a:prstGeom prst="roundRect">
                  <a:avLst/>
                </a:prstGeom>
                <a:blipFill>
                  <a:blip r:embed="rId8"/>
                  <a:stretch>
                    <a:fillRect b="-347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367542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933"/>
    </mc:Choice>
    <mc:Fallback xmlns="">
      <p:transition spd="slow" advTm="1429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8221-D19F-C3D1-F5CF-0D3C163F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950"/>
            <a:ext cx="10515600" cy="1325563"/>
          </a:xfrm>
        </p:spPr>
        <p:txBody>
          <a:bodyPr/>
          <a:lstStyle/>
          <a:p>
            <a:r>
              <a:rPr lang="en-US" dirty="0"/>
              <a:t>Experimental Evaluation Results (TPC-H)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078CB-82FF-934F-E424-B1229AB08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13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C18DD4-2EBE-2FA7-3318-E88C6FCF807F}"/>
              </a:ext>
            </a:extLst>
          </p:cNvPr>
          <p:cNvGrpSpPr/>
          <p:nvPr/>
        </p:nvGrpSpPr>
        <p:grpSpPr>
          <a:xfrm>
            <a:off x="548844" y="1274846"/>
            <a:ext cx="11174887" cy="5017712"/>
            <a:chOff x="598459" y="1396413"/>
            <a:chExt cx="11174887" cy="501771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BADB31E-2A71-8B9F-0A68-76A96C12BD24}"/>
                </a:ext>
              </a:extLst>
            </p:cNvPr>
            <p:cNvGrpSpPr/>
            <p:nvPr/>
          </p:nvGrpSpPr>
          <p:grpSpPr>
            <a:xfrm>
              <a:off x="598459" y="1396413"/>
              <a:ext cx="11075648" cy="5017712"/>
              <a:chOff x="761490" y="1396413"/>
              <a:chExt cx="11075648" cy="501771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BA191A4-1442-C239-FAA8-A3A2776C5D62}"/>
                  </a:ext>
                </a:extLst>
              </p:cNvPr>
              <p:cNvGrpSpPr/>
              <p:nvPr/>
            </p:nvGrpSpPr>
            <p:grpSpPr>
              <a:xfrm>
                <a:off x="761490" y="1396413"/>
                <a:ext cx="8965276" cy="5017712"/>
                <a:chOff x="944365" y="1492663"/>
                <a:chExt cx="8965276" cy="5017712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7E3E01C-DCF0-B2A3-89AE-69445B2880DB}"/>
                    </a:ext>
                  </a:extLst>
                </p:cNvPr>
                <p:cNvSpPr txBox="1"/>
                <p:nvPr/>
              </p:nvSpPr>
              <p:spPr>
                <a:xfrm>
                  <a:off x="944365" y="2146154"/>
                  <a:ext cx="1888254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Two-phase greedy search (K = 20, B = 20k)</a:t>
                  </a:r>
                </a:p>
              </p:txBody>
            </p:sp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E45352D6-73D9-FC66-0FB3-E457DFA7BD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886519" y="1497513"/>
                  <a:ext cx="3456530" cy="2476430"/>
                </a:xfrm>
                <a:prstGeom prst="rect">
                  <a:avLst/>
                </a:prstGeom>
              </p:spPr>
            </p:pic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7E5C2D92-4C7F-6680-4165-171E7674C4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25670" y="1492663"/>
                  <a:ext cx="3383971" cy="2433944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3C4F8AAB-8640-9232-0B81-4AA93F4BCD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86519" y="3973942"/>
                  <a:ext cx="3456530" cy="2536433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6B30C1C2-9F62-F43A-AB97-77EFA5E9E5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98229" y="3993192"/>
                  <a:ext cx="3219539" cy="2462011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3CE73C9-E11F-BC6D-B093-3952816A9449}"/>
                    </a:ext>
                  </a:extLst>
                </p:cNvPr>
                <p:cNvSpPr txBox="1"/>
                <p:nvPr/>
              </p:nvSpPr>
              <p:spPr>
                <a:xfrm>
                  <a:off x="944520" y="4439539"/>
                  <a:ext cx="1888254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Monte Carlo tree search </a:t>
                  </a:r>
                </a:p>
                <a:p>
                  <a:r>
                    <a:rPr lang="en-US" sz="2000" dirty="0"/>
                    <a:t>(K = 20, B = 20k)</a:t>
                  </a:r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3B579B-6BD2-3FD2-EA40-4526D5494300}"/>
                  </a:ext>
                </a:extLst>
              </p:cNvPr>
              <p:cNvSpPr txBox="1"/>
              <p:nvPr/>
            </p:nvSpPr>
            <p:spPr>
              <a:xfrm>
                <a:off x="9906059" y="1396413"/>
                <a:ext cx="193107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K is the </a:t>
                </a:r>
                <a:r>
                  <a:rPr lang="en-US" sz="2000" dirty="0">
                    <a:solidFill>
                      <a:srgbClr val="C00000"/>
                    </a:solidFill>
                  </a:rPr>
                  <a:t># of indexes</a:t>
                </a:r>
                <a:r>
                  <a:rPr lang="en-US" sz="2000" dirty="0"/>
                  <a:t> allowed.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B is the </a:t>
                </a:r>
                <a:r>
                  <a:rPr lang="en-US" sz="2000" dirty="0">
                    <a:solidFill>
                      <a:srgbClr val="C00000"/>
                    </a:solidFill>
                  </a:rPr>
                  <a:t>budget</a:t>
                </a:r>
                <a:r>
                  <a:rPr lang="en-US" sz="2000" dirty="0"/>
                  <a:t> on the number of what-if calls.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7A3F76B-29AF-9FC2-2C03-C3700027B220}"/>
                    </a:ext>
                  </a:extLst>
                </p:cNvPr>
                <p:cNvSpPr txBox="1"/>
                <p:nvPr/>
              </p:nvSpPr>
              <p:spPr>
                <a:xfrm>
                  <a:off x="9842267" y="3447560"/>
                  <a:ext cx="1931079" cy="2862322"/>
                </a:xfrm>
                <a:prstGeom prst="rect">
                  <a:avLst/>
                </a:prstGeom>
                <a:noFill/>
                <a:ln w="28575"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u="sng" dirty="0"/>
                    <a:t>Improvement loss:</a:t>
                  </a:r>
                  <a:r>
                    <a:rPr lang="en-US" sz="2000" dirty="0"/>
                    <a:t> The </a:t>
                  </a:r>
                  <a:r>
                    <a:rPr lang="en-US" sz="2000" dirty="0">
                      <a:solidFill>
                        <a:srgbClr val="C00000"/>
                      </a:solidFill>
                    </a:rPr>
                    <a:t>actual</a:t>
                  </a:r>
                  <a:r>
                    <a:rPr lang="en-US" sz="2000" dirty="0"/>
                    <a:t> improvement loss (</a:t>
                  </a:r>
                  <a:r>
                    <a:rPr lang="en-US" sz="2000" dirty="0">
                      <a:solidFill>
                        <a:srgbClr val="C00000"/>
                      </a:solidFill>
                    </a:rPr>
                    <a:t>not the threshold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r>
                    <a:rPr lang="en-US" sz="2000" dirty="0"/>
                    <a:t>) when exiting index tuning w/o making all what-if calls.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7A3F76B-29AF-9FC2-2C03-C3700027B2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2267" y="3447560"/>
                  <a:ext cx="1931079" cy="2862322"/>
                </a:xfrm>
                <a:prstGeom prst="rect">
                  <a:avLst/>
                </a:prstGeom>
                <a:blipFill>
                  <a:blip r:embed="rId6"/>
                  <a:stretch>
                    <a:fillRect l="-2484" t="-844" r="-5280" b="-2321"/>
                  </a:stretch>
                </a:blipFill>
                <a:ln w="28575"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440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546"/>
    </mc:Choice>
    <mc:Fallback xmlns="">
      <p:transition spd="slow" advTm="9154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4531E-6297-8D61-1EA3-14BFEA5F2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9B7A1-CADD-F161-AD41-97A1B66F7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proposed and formulated the problem of “</a:t>
            </a:r>
            <a:r>
              <a:rPr lang="en-US" dirty="0">
                <a:solidFill>
                  <a:srgbClr val="C00000"/>
                </a:solidFill>
              </a:rPr>
              <a:t>early stopping</a:t>
            </a:r>
            <a:r>
              <a:rPr lang="en-US" dirty="0"/>
              <a:t>” in budget-aware index tuning.</a:t>
            </a:r>
          </a:p>
          <a:p>
            <a:endParaRPr lang="en-US" dirty="0"/>
          </a:p>
          <a:p>
            <a:r>
              <a:rPr lang="en-US" dirty="0"/>
              <a:t>We proposed </a:t>
            </a:r>
            <a:r>
              <a:rPr lang="en-US" dirty="0">
                <a:solidFill>
                  <a:srgbClr val="C00000"/>
                </a:solidFill>
              </a:rPr>
              <a:t>lower and upper bounds</a:t>
            </a:r>
            <a:r>
              <a:rPr lang="en-US" dirty="0"/>
              <a:t> of the improvement given by the best configuration after making a certain number of what-if calls to check the early-stopping condition.</a:t>
            </a:r>
          </a:p>
          <a:p>
            <a:endParaRPr lang="en-US" dirty="0"/>
          </a:p>
          <a:p>
            <a:r>
              <a:rPr lang="en-US" dirty="0"/>
              <a:t>We proposed monitoring the </a:t>
            </a:r>
            <a:r>
              <a:rPr lang="en-US" dirty="0">
                <a:solidFill>
                  <a:srgbClr val="C00000"/>
                </a:solidFill>
              </a:rPr>
              <a:t>convexity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concavity</a:t>
            </a:r>
            <a:r>
              <a:rPr lang="en-US" dirty="0"/>
              <a:t> of the </a:t>
            </a:r>
            <a:r>
              <a:rPr lang="en-US" dirty="0">
                <a:solidFill>
                  <a:srgbClr val="C00000"/>
                </a:solidFill>
              </a:rPr>
              <a:t>index tuning curve</a:t>
            </a:r>
            <a:r>
              <a:rPr lang="en-US" dirty="0"/>
              <a:t> to reduce the number of ESVs and thus reduce the overall </a:t>
            </a:r>
            <a:r>
              <a:rPr lang="en-US" dirty="0">
                <a:solidFill>
                  <a:srgbClr val="C00000"/>
                </a:solidFill>
              </a:rPr>
              <a:t>computation overhead</a:t>
            </a:r>
            <a:r>
              <a:rPr lang="en-US" dirty="0"/>
              <a:t> of invoking ESVs.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7A75F-BED3-BA22-1636-A0EFAE231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7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42281-DD85-3084-3906-7548FF1EB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317" y="2505813"/>
            <a:ext cx="10515600" cy="1325563"/>
          </a:xfrm>
        </p:spPr>
        <p:txBody>
          <a:bodyPr/>
          <a:lstStyle/>
          <a:p>
            <a:r>
              <a:rPr lang="en-US" dirty="0"/>
              <a:t>Backup Slides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359AE-209C-7F5A-8B81-3B9A898E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D045F-69BF-4B57-8EEA-5508235BA5B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15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CBD452-0830-706A-B780-DE6FFFA2FD29}"/>
                  </a:ext>
                </a:extLst>
              </p:cNvPr>
              <p:cNvSpPr txBox="1"/>
              <p:nvPr/>
            </p:nvSpPr>
            <p:spPr>
              <a:xfrm>
                <a:off x="945016" y="3245847"/>
                <a:ext cx="9496427" cy="138526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marL="28575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Upper bound is set as the derived cost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𝑈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𝑚𝑖𝑛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⊆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𝑞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  <a:p>
                <a:pPr marL="28575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Lower bound is set as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,∅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∈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sub>
                      <m:sup/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)</m:t>
                        </m:r>
                      </m:e>
                    </m:nary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74295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the </a:t>
                </a:r>
                <a:r>
                  <a:rPr kumimoji="0" 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upper bound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of the </a:t>
                </a:r>
                <a:r>
                  <a:rPr kumimoji="0" lang="en-US" sz="2000" b="0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marginal cost improvement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(MCI) of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  <a:p>
                <a:pPr marL="74295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Example 1: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,∅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Δ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𝑞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74295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Example 2: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,∅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sz="20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sz="20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q</m:t>
                            </m:r>
                          </m:sub>
                        </m:sSub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Δ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𝑞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Ω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CBD452-0830-706A-B780-DE6FFFA2F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16" y="3245847"/>
                <a:ext cx="9496427" cy="1385266"/>
              </a:xfrm>
              <a:prstGeom prst="rect">
                <a:avLst/>
              </a:prstGeom>
              <a:blipFill>
                <a:blip r:embed="rId2"/>
                <a:stretch>
                  <a:fillRect t="-12281" b="-37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9096B-F0DE-03B0-B4CA-FA1E9314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BDD045F-69BF-4B57-8EEA-5508235BA5BA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8E15BD-0C71-A43C-183C-C3E3557838C6}"/>
                  </a:ext>
                </a:extLst>
              </p:cNvPr>
              <p:cNvSpPr txBox="1"/>
              <p:nvPr/>
            </p:nvSpPr>
            <p:spPr>
              <a:xfrm>
                <a:off x="657657" y="1494398"/>
                <a:ext cx="10071146" cy="707886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Assumption 1 (</a:t>
                </a:r>
                <a:r>
                  <a:rPr kumimoji="0" 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Monotonicity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):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be two index configurations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⊆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)≤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𝑞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8E15BD-0C71-A43C-183C-C3E355783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57" y="1494398"/>
                <a:ext cx="10071146" cy="707886"/>
              </a:xfrm>
              <a:prstGeom prst="rect">
                <a:avLst/>
              </a:prstGeom>
              <a:blipFill>
                <a:blip r:embed="rId3"/>
                <a:stretch>
                  <a:fillRect l="-543" t="-2500" b="-12500"/>
                </a:stretch>
              </a:blipFill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01739B-EB6A-864E-2E13-7F9079F3AB54}"/>
                  </a:ext>
                </a:extLst>
              </p:cNvPr>
              <p:cNvSpPr txBox="1"/>
              <p:nvPr/>
            </p:nvSpPr>
            <p:spPr>
              <a:xfrm>
                <a:off x="657657" y="2352401"/>
                <a:ext cx="10071146" cy="707886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Assumption 2 (</a:t>
                </a:r>
                <a:r>
                  <a:rPr kumimoji="0" lang="en-US" sz="20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Submodularity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): Given two configurations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⊆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and an index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∉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we have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</m:d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𝑧</m:t>
                            </m:r>
                          </m:e>
                        </m:d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d>
                      <m:d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𝑞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01739B-EB6A-864E-2E13-7F9079F3A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57" y="2352401"/>
                <a:ext cx="10071146" cy="707886"/>
              </a:xfrm>
              <a:prstGeom prst="rect">
                <a:avLst/>
              </a:prstGeom>
              <a:blipFill>
                <a:blip r:embed="rId4"/>
                <a:stretch>
                  <a:fillRect l="-543" t="-3333" b="-12500"/>
                </a:stretch>
              </a:blipFill>
              <a:ln w="254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E70EF3-7D99-4F8B-4F88-7EEB0CBF9D3A}"/>
                  </a:ext>
                </a:extLst>
              </p:cNvPr>
              <p:cNvSpPr txBox="1"/>
              <p:nvPr/>
            </p:nvSpPr>
            <p:spPr>
              <a:xfrm>
                <a:off x="1005946" y="5150561"/>
                <a:ext cx="9435497" cy="427425"/>
              </a:xfrm>
              <a:prstGeom prst="rect">
                <a:avLst/>
              </a:prstGeom>
              <a:noFill/>
              <a:ln w="25400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sz="20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q</m:t>
                        </m:r>
                      </m:sub>
                    </m:sSub>
                  </m:oMath>
                </a14:m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represents the “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best possible configuration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” with </a:t>
                </a:r>
                <a:r>
                  <a:rPr kumimoji="0" 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ALL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candidate indexes of q included.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E70EF3-7D99-4F8B-4F88-7EEB0CBF9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946" y="5150561"/>
                <a:ext cx="9435497" cy="427425"/>
              </a:xfrm>
              <a:prstGeom prst="rect">
                <a:avLst/>
              </a:prstGeom>
              <a:blipFill>
                <a:blip r:embed="rId5"/>
                <a:stretch>
                  <a:fillRect t="-4054" r="-451" b="-16216"/>
                </a:stretch>
              </a:blipFill>
              <a:ln w="2540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55D6C390-A20A-7E7F-FA02-9C4575F1A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279" y="262824"/>
            <a:ext cx="11311269" cy="1325563"/>
          </a:xfrm>
        </p:spPr>
        <p:txBody>
          <a:bodyPr>
            <a:normAutofit/>
          </a:bodyPr>
          <a:lstStyle/>
          <a:p>
            <a:r>
              <a:rPr lang="en-US" sz="4000" dirty="0"/>
              <a:t>Query-level Lower/Upper Bounds (Wii, SIGMOD 2024)</a:t>
            </a:r>
          </a:p>
        </p:txBody>
      </p:sp>
    </p:spTree>
    <p:extLst>
      <p:ext uri="{BB962C8B-B14F-4D97-AF65-F5344CB8AC3E}">
        <p14:creationId xmlns:p14="http://schemas.microsoft.com/office/powerpoint/2010/main" val="30131385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6|28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9|41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8.3|13.6|63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4357</TotalTime>
  <Words>1289</Words>
  <Application>Microsoft Office PowerPoint</Application>
  <PresentationFormat>Widescreen</PresentationFormat>
  <Paragraphs>152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Esc: An Early-Stopping Checker for Budget-aware Index Tuning </vt:lpstr>
      <vt:lpstr>Workload-Driven Index Tuning</vt:lpstr>
      <vt:lpstr>The Architecture of An Index Tuner</vt:lpstr>
      <vt:lpstr>Budget-aware Index Tuning</vt:lpstr>
      <vt:lpstr>Diminishing Return</vt:lpstr>
      <vt:lpstr>Early Stopping for Budget-aware Index Tuning</vt:lpstr>
      <vt:lpstr>Challenges</vt:lpstr>
      <vt:lpstr>Solutions</vt:lpstr>
      <vt:lpstr>Summary of Technical Details</vt:lpstr>
      <vt:lpstr>Early-stopping Verification (ESV)</vt:lpstr>
      <vt:lpstr>Early-stopping Verification (ESV) Scheme</vt:lpstr>
      <vt:lpstr>ESVS by Monitoring Convexity/Concavity of ITC</vt:lpstr>
      <vt:lpstr>Experimental Evaluation Results (TPC-H)</vt:lpstr>
      <vt:lpstr>Takeaways</vt:lpstr>
      <vt:lpstr>Backup Slides</vt:lpstr>
      <vt:lpstr>Query-level Lower/Upper Bounds (Wii, SIGMOD 2024)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Budget-aware Index Tuning with Reinforcement Learning</dc:title>
  <dc:creator>Wentao Wu</dc:creator>
  <cp:lastModifiedBy>Wentao Wu</cp:lastModifiedBy>
  <cp:revision>1</cp:revision>
  <dcterms:created xsi:type="dcterms:W3CDTF">2022-04-23T21:31:03Z</dcterms:created>
  <dcterms:modified xsi:type="dcterms:W3CDTF">2025-09-04T09:19:36Z</dcterms:modified>
</cp:coreProperties>
</file>